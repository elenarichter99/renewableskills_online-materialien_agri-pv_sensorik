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3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4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5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6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3" r:id="rId5"/>
    <p:sldMasterId id="2147483678" r:id="rId6"/>
    <p:sldMasterId id="2147483688" r:id="rId7"/>
    <p:sldMasterId id="2147483693" r:id="rId8"/>
  </p:sldMasterIdLst>
  <p:notesMasterIdLst>
    <p:notesMasterId r:id="rId34"/>
  </p:notesMasterIdLst>
  <p:sldIdLst>
    <p:sldId id="416" r:id="rId9"/>
    <p:sldId id="391" r:id="rId10"/>
    <p:sldId id="392" r:id="rId11"/>
    <p:sldId id="393" r:id="rId12"/>
    <p:sldId id="395" r:id="rId13"/>
    <p:sldId id="417" r:id="rId14"/>
    <p:sldId id="397" r:id="rId15"/>
    <p:sldId id="398" r:id="rId16"/>
    <p:sldId id="399" r:id="rId17"/>
    <p:sldId id="400" r:id="rId18"/>
    <p:sldId id="401" r:id="rId19"/>
    <p:sldId id="402" r:id="rId20"/>
    <p:sldId id="403" r:id="rId21"/>
    <p:sldId id="404" r:id="rId22"/>
    <p:sldId id="405" r:id="rId23"/>
    <p:sldId id="406" r:id="rId24"/>
    <p:sldId id="407" r:id="rId25"/>
    <p:sldId id="408" r:id="rId26"/>
    <p:sldId id="409" r:id="rId27"/>
    <p:sldId id="410" r:id="rId28"/>
    <p:sldId id="411" r:id="rId29"/>
    <p:sldId id="412" r:id="rId30"/>
    <p:sldId id="413" r:id="rId31"/>
    <p:sldId id="414" r:id="rId32"/>
    <p:sldId id="415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867" userDrawn="1">
          <p15:clr>
            <a:srgbClr val="A4A3A4"/>
          </p15:clr>
        </p15:guide>
        <p15:guide id="4" orient="horz" pos="229" userDrawn="1">
          <p15:clr>
            <a:srgbClr val="A4A3A4"/>
          </p15:clr>
        </p15:guide>
        <p15:guide id="5" orient="horz" pos="680" userDrawn="1">
          <p15:clr>
            <a:srgbClr val="A4A3A4"/>
          </p15:clr>
        </p15:guide>
        <p15:guide id="6" orient="horz" pos="914" userDrawn="1">
          <p15:clr>
            <a:srgbClr val="A4A3A4"/>
          </p15:clr>
        </p15:guide>
        <p15:guide id="7" orient="horz" pos="4121" userDrawn="1">
          <p15:clr>
            <a:srgbClr val="A4A3A4"/>
          </p15:clr>
        </p15:guide>
        <p15:guide id="8" orient="horz" pos="945" userDrawn="1">
          <p15:clr>
            <a:srgbClr val="A4A3A4"/>
          </p15:clr>
        </p15:guide>
        <p15:guide id="9" pos="452" userDrawn="1">
          <p15:clr>
            <a:srgbClr val="A4A3A4"/>
          </p15:clr>
        </p15:guide>
        <p15:guide id="10" pos="7231" userDrawn="1">
          <p15:clr>
            <a:srgbClr val="A4A3A4"/>
          </p15:clr>
        </p15:guide>
        <p15:guide id="11" pos="3932" userDrawn="1">
          <p15:clr>
            <a:srgbClr val="A4A3A4"/>
          </p15:clr>
        </p15:guide>
        <p15:guide id="12" pos="37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hter, Elena" initials="RE" lastIdx="1" clrIdx="0">
    <p:extLst>
      <p:ext uri="{19B8F6BF-5375-455C-9EA6-DF929625EA0E}">
        <p15:presenceInfo xmlns:p15="http://schemas.microsoft.com/office/powerpoint/2012/main" userId="S-1-5-21-2252779649-2432209404-4072682936-2848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613"/>
    <a:srgbClr val="E6AF00"/>
    <a:srgbClr val="FF7373"/>
    <a:srgbClr val="AAC9B2"/>
    <a:srgbClr val="00964E"/>
    <a:srgbClr val="F5B5B5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Designformatvorlage 1 - Akz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83837" autoAdjust="0"/>
  </p:normalViewPr>
  <p:slideViewPr>
    <p:cSldViewPr snapToGrid="0" showGuides="1">
      <p:cViewPr varScale="1">
        <p:scale>
          <a:sx n="61" d="100"/>
          <a:sy n="61" d="100"/>
        </p:scale>
        <p:origin x="1098" y="72"/>
      </p:cViewPr>
      <p:guideLst>
        <p:guide orient="horz" pos="2160"/>
        <p:guide pos="3840"/>
        <p:guide orient="horz" pos="3867"/>
        <p:guide orient="horz" pos="229"/>
        <p:guide orient="horz" pos="680"/>
        <p:guide orient="horz" pos="914"/>
        <p:guide orient="horz" pos="4121"/>
        <p:guide orient="horz" pos="945"/>
        <p:guide pos="452"/>
        <p:guide pos="7231"/>
        <p:guide pos="3932"/>
        <p:guide pos="3748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tableStyles" Target="tableStyles.xml"/><Relationship Id="rId21" Type="http://schemas.openxmlformats.org/officeDocument/2006/relationships/slide" Target="slides/slide13.xml"/><Relationship Id="rId34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commentAuthors" Target="commentAuthor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9EAC84-9758-46BF-B25B-96F228E2FC8D}" type="doc">
      <dgm:prSet loTypeId="urn:microsoft.com/office/officeart/2009/layout/CircleArrowProcess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de-DE"/>
        </a:p>
      </dgm:t>
    </dgm:pt>
    <dgm:pt modelId="{563CAAD4-5EAB-45EE-89A1-1C5A8831A10C}">
      <dgm:prSet phldrT="[Text]" custT="1"/>
      <dgm:spPr/>
      <dgm:t>
        <a:bodyPr/>
        <a:lstStyle/>
        <a:p>
          <a:r>
            <a:rPr lang="de-DE" sz="1400" smtClean="0"/>
            <a:t>Steigende relative Luftfeuchtigkeit</a:t>
          </a:r>
          <a:endParaRPr lang="de-DE" sz="1400"/>
        </a:p>
      </dgm:t>
    </dgm:pt>
    <dgm:pt modelId="{E4C5CCEF-AA57-428F-9BA8-AC618DD5BD49}" type="parTrans" cxnId="{867C8A54-9332-4D75-AD91-B806EA020EFF}">
      <dgm:prSet/>
      <dgm:spPr/>
      <dgm:t>
        <a:bodyPr/>
        <a:lstStyle/>
        <a:p>
          <a:endParaRPr lang="de-DE" sz="4400"/>
        </a:p>
      </dgm:t>
    </dgm:pt>
    <dgm:pt modelId="{994E112A-8BDF-408A-9712-660AA8E2E1D4}" type="sibTrans" cxnId="{867C8A54-9332-4D75-AD91-B806EA020EFF}">
      <dgm:prSet/>
      <dgm:spPr/>
      <dgm:t>
        <a:bodyPr/>
        <a:lstStyle/>
        <a:p>
          <a:endParaRPr lang="de-DE" sz="4400"/>
        </a:p>
      </dgm:t>
    </dgm:pt>
    <dgm:pt modelId="{CAA80479-E752-4AE2-B8CD-49A202928586}">
      <dgm:prSet phldrT="[Text]" custT="1"/>
      <dgm:spPr/>
      <dgm:t>
        <a:bodyPr/>
        <a:lstStyle/>
        <a:p>
          <a:r>
            <a:rPr lang="de-DE" sz="1400" smtClean="0"/>
            <a:t>Steigende Dielekrizitäts-konstante</a:t>
          </a:r>
          <a:endParaRPr lang="de-DE" sz="1400"/>
        </a:p>
      </dgm:t>
    </dgm:pt>
    <dgm:pt modelId="{CC0F5109-26E8-4D27-8805-1DECD250E1A3}" type="parTrans" cxnId="{8C371E4D-DF62-44C1-9696-B626FAE8F27D}">
      <dgm:prSet/>
      <dgm:spPr/>
      <dgm:t>
        <a:bodyPr/>
        <a:lstStyle/>
        <a:p>
          <a:endParaRPr lang="de-DE" sz="4400"/>
        </a:p>
      </dgm:t>
    </dgm:pt>
    <dgm:pt modelId="{A9DD13F0-F8B0-4854-8E62-9E69F828A573}" type="sibTrans" cxnId="{8C371E4D-DF62-44C1-9696-B626FAE8F27D}">
      <dgm:prSet/>
      <dgm:spPr/>
      <dgm:t>
        <a:bodyPr/>
        <a:lstStyle/>
        <a:p>
          <a:endParaRPr lang="de-DE" sz="4400"/>
        </a:p>
      </dgm:t>
    </dgm:pt>
    <dgm:pt modelId="{9B664562-6970-4A42-8C20-68D31CD07A17}">
      <dgm:prSet phldrT="[Text]" custT="1"/>
      <dgm:spPr/>
      <dgm:t>
        <a:bodyPr/>
        <a:lstStyle/>
        <a:p>
          <a:r>
            <a:rPr lang="de-DE" sz="1400" smtClean="0"/>
            <a:t>Sinkende Feldstärke</a:t>
          </a:r>
          <a:endParaRPr lang="de-DE" sz="1400"/>
        </a:p>
      </dgm:t>
    </dgm:pt>
    <dgm:pt modelId="{9514303E-7748-41DA-A05E-E27A96BFC43A}" type="parTrans" cxnId="{DEBB59AB-9632-430A-BE2D-FF139BDE4577}">
      <dgm:prSet/>
      <dgm:spPr/>
      <dgm:t>
        <a:bodyPr/>
        <a:lstStyle/>
        <a:p>
          <a:endParaRPr lang="de-DE" sz="4400"/>
        </a:p>
      </dgm:t>
    </dgm:pt>
    <dgm:pt modelId="{D4B693FD-784A-493B-A1CE-F8FFF008579B}" type="sibTrans" cxnId="{DEBB59AB-9632-430A-BE2D-FF139BDE4577}">
      <dgm:prSet/>
      <dgm:spPr/>
      <dgm:t>
        <a:bodyPr/>
        <a:lstStyle/>
        <a:p>
          <a:endParaRPr lang="de-DE" sz="4400"/>
        </a:p>
      </dgm:t>
    </dgm:pt>
    <dgm:pt modelId="{91F6DA2B-6F8C-4127-8324-E7D92C6B8CCF}">
      <dgm:prSet phldrT="[Text]" custT="1"/>
      <dgm:spPr/>
      <dgm:t>
        <a:bodyPr/>
        <a:lstStyle/>
        <a:p>
          <a:r>
            <a:rPr lang="de-DE" sz="1400" smtClean="0"/>
            <a:t>Sinkende Spannung</a:t>
          </a:r>
          <a:endParaRPr lang="de-DE" sz="1400"/>
        </a:p>
      </dgm:t>
    </dgm:pt>
    <dgm:pt modelId="{08C276F2-DBC5-4237-A3B7-C805A4F227B6}" type="parTrans" cxnId="{6F2FE906-ABD8-4CD2-94E6-4D6383E11FA2}">
      <dgm:prSet/>
      <dgm:spPr/>
      <dgm:t>
        <a:bodyPr/>
        <a:lstStyle/>
        <a:p>
          <a:endParaRPr lang="de-DE" sz="4400"/>
        </a:p>
      </dgm:t>
    </dgm:pt>
    <dgm:pt modelId="{B45D3CC4-2ACD-4E8D-A672-C62EBC0B2A04}" type="sibTrans" cxnId="{6F2FE906-ABD8-4CD2-94E6-4D6383E11FA2}">
      <dgm:prSet/>
      <dgm:spPr/>
      <dgm:t>
        <a:bodyPr/>
        <a:lstStyle/>
        <a:p>
          <a:endParaRPr lang="de-DE" sz="4400"/>
        </a:p>
      </dgm:t>
    </dgm:pt>
    <dgm:pt modelId="{B1AFE6A1-B805-4D19-90A3-1D8E6BFE4AC0}">
      <dgm:prSet phldrT="[Text]" custT="1"/>
      <dgm:spPr/>
      <dgm:t>
        <a:bodyPr/>
        <a:lstStyle/>
        <a:p>
          <a:r>
            <a:rPr lang="de-DE" sz="1400" smtClean="0"/>
            <a:t>Steigende Kapazität des Kondensators</a:t>
          </a:r>
          <a:endParaRPr lang="de-DE" sz="1400"/>
        </a:p>
      </dgm:t>
    </dgm:pt>
    <dgm:pt modelId="{3D918016-A19A-4BD9-98A0-B5DCEA6F7217}" type="parTrans" cxnId="{E0C4CD4E-AA56-4991-B292-830E200138F2}">
      <dgm:prSet/>
      <dgm:spPr/>
      <dgm:t>
        <a:bodyPr/>
        <a:lstStyle/>
        <a:p>
          <a:endParaRPr lang="de-DE" sz="4400"/>
        </a:p>
      </dgm:t>
    </dgm:pt>
    <dgm:pt modelId="{14508728-02C8-416B-AC7A-237963B83C08}" type="sibTrans" cxnId="{E0C4CD4E-AA56-4991-B292-830E200138F2}">
      <dgm:prSet/>
      <dgm:spPr/>
      <dgm:t>
        <a:bodyPr/>
        <a:lstStyle/>
        <a:p>
          <a:endParaRPr lang="de-DE" sz="4400"/>
        </a:p>
      </dgm:t>
    </dgm:pt>
    <dgm:pt modelId="{607AA46D-2C64-44DD-8D51-C6DD2235B2A3}" type="pres">
      <dgm:prSet presAssocID="{779EAC84-9758-46BF-B25B-96F228E2FC8D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de-DE"/>
        </a:p>
      </dgm:t>
    </dgm:pt>
    <dgm:pt modelId="{634E86E0-A282-4A80-8EB1-EACCD7148F5C}" type="pres">
      <dgm:prSet presAssocID="{563CAAD4-5EAB-45EE-89A1-1C5A8831A10C}" presName="Accent1" presStyleCnt="0"/>
      <dgm:spPr/>
    </dgm:pt>
    <dgm:pt modelId="{3FD26F54-F9E6-44EC-A856-E55C5C3C1D98}" type="pres">
      <dgm:prSet presAssocID="{563CAAD4-5EAB-45EE-89A1-1C5A8831A10C}" presName="Accent" presStyleLbl="node1" presStyleIdx="0" presStyleCnt="5" custScaleX="125497"/>
      <dgm:spPr>
        <a:solidFill>
          <a:srgbClr val="FF0000"/>
        </a:solidFill>
      </dgm:spPr>
      <dgm:t>
        <a:bodyPr/>
        <a:lstStyle/>
        <a:p>
          <a:endParaRPr lang="de-DE"/>
        </a:p>
      </dgm:t>
    </dgm:pt>
    <dgm:pt modelId="{6B25B064-1F77-4AE9-9FCF-56857178542C}" type="pres">
      <dgm:prSet presAssocID="{563CAAD4-5EAB-45EE-89A1-1C5A8831A10C}" presName="Parent1" presStyleLbl="revTx" presStyleIdx="0" presStyleCnt="5" custScaleX="141848" custLinFactNeighborY="-1836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EA8FC03-04C5-4241-9855-E0BCB19F7E49}" type="pres">
      <dgm:prSet presAssocID="{CAA80479-E752-4AE2-B8CD-49A202928586}" presName="Accent2" presStyleCnt="0"/>
      <dgm:spPr/>
    </dgm:pt>
    <dgm:pt modelId="{DAA632DC-2F3E-49BE-8BAB-DDC7293D143B}" type="pres">
      <dgm:prSet presAssocID="{CAA80479-E752-4AE2-B8CD-49A202928586}" presName="Accent" presStyleLbl="node1" presStyleIdx="1" presStyleCnt="5" custScaleX="125497"/>
      <dgm:spPr>
        <a:solidFill>
          <a:srgbClr val="FF0000">
            <a:alpha val="60000"/>
          </a:srgbClr>
        </a:solidFill>
      </dgm:spPr>
      <dgm:t>
        <a:bodyPr/>
        <a:lstStyle/>
        <a:p>
          <a:endParaRPr lang="de-DE"/>
        </a:p>
      </dgm:t>
    </dgm:pt>
    <dgm:pt modelId="{AC7A898E-EC8F-44A1-9409-BA9ADA896A73}" type="pres">
      <dgm:prSet presAssocID="{CAA80479-E752-4AE2-B8CD-49A202928586}" presName="Parent2" presStyleLbl="revTx" presStyleIdx="1" presStyleCnt="5" custScaleX="141848" custLinFactNeighborY="-1224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EF8C3A8-F964-45D7-A70B-F16EAB499ABC}" type="pres">
      <dgm:prSet presAssocID="{9B664562-6970-4A42-8C20-68D31CD07A17}" presName="Accent3" presStyleCnt="0"/>
      <dgm:spPr/>
    </dgm:pt>
    <dgm:pt modelId="{D6A446EE-1AA2-433E-ACCC-3004763890A4}" type="pres">
      <dgm:prSet presAssocID="{9B664562-6970-4A42-8C20-68D31CD07A17}" presName="Accent" presStyleLbl="node1" presStyleIdx="2" presStyleCnt="5" custScaleX="125497"/>
      <dgm:spPr>
        <a:solidFill>
          <a:srgbClr val="ED7613"/>
        </a:solidFill>
      </dgm:spPr>
      <dgm:t>
        <a:bodyPr/>
        <a:lstStyle/>
        <a:p>
          <a:endParaRPr lang="de-DE"/>
        </a:p>
      </dgm:t>
    </dgm:pt>
    <dgm:pt modelId="{862C6D56-0F2B-4FDC-A6A6-B4A5DA98488B}" type="pres">
      <dgm:prSet presAssocID="{9B664562-6970-4A42-8C20-68D31CD07A17}" presName="Parent3" presStyleLbl="revTx" presStyleIdx="2" presStyleCnt="5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F95A8B4-066F-4765-B2DF-425D93295BB8}" type="pres">
      <dgm:prSet presAssocID="{91F6DA2B-6F8C-4127-8324-E7D92C6B8CCF}" presName="Accent4" presStyleCnt="0"/>
      <dgm:spPr/>
    </dgm:pt>
    <dgm:pt modelId="{0279776E-35ED-4653-B290-A4CC3BD03D6E}" type="pres">
      <dgm:prSet presAssocID="{91F6DA2B-6F8C-4127-8324-E7D92C6B8CCF}" presName="Accent" presStyleLbl="node1" presStyleIdx="3" presStyleCnt="5" custScaleX="125497"/>
      <dgm:spPr>
        <a:solidFill>
          <a:srgbClr val="0070C0"/>
        </a:solidFill>
      </dgm:spPr>
      <dgm:t>
        <a:bodyPr/>
        <a:lstStyle/>
        <a:p>
          <a:endParaRPr lang="de-DE"/>
        </a:p>
      </dgm:t>
    </dgm:pt>
    <dgm:pt modelId="{A7FB78D8-038F-4F7B-9C9C-AE027A9F666A}" type="pres">
      <dgm:prSet presAssocID="{91F6DA2B-6F8C-4127-8324-E7D92C6B8CCF}" presName="Parent4" presStyleLbl="revTx" presStyleIdx="3" presStyleCnt="5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0F508A9C-9327-4261-BEB7-7C15100A88AE}" type="pres">
      <dgm:prSet presAssocID="{B1AFE6A1-B805-4D19-90A3-1D8E6BFE4AC0}" presName="Accent5" presStyleCnt="0"/>
      <dgm:spPr/>
    </dgm:pt>
    <dgm:pt modelId="{DFDAFE7A-F225-49D2-87C6-3E25DAD41819}" type="pres">
      <dgm:prSet presAssocID="{B1AFE6A1-B805-4D19-90A3-1D8E6BFE4AC0}" presName="Accent" presStyleLbl="node1" presStyleIdx="4" presStyleCnt="5" custScaleX="146075"/>
      <dgm:spPr>
        <a:solidFill>
          <a:srgbClr val="0070C0">
            <a:alpha val="60000"/>
          </a:srgbClr>
        </a:solidFill>
      </dgm:spPr>
      <dgm:t>
        <a:bodyPr/>
        <a:lstStyle/>
        <a:p>
          <a:endParaRPr lang="de-DE"/>
        </a:p>
      </dgm:t>
    </dgm:pt>
    <dgm:pt modelId="{C7B09E09-661B-42A9-B366-7B11DDB9429F}" type="pres">
      <dgm:prSet presAssocID="{B1AFE6A1-B805-4D19-90A3-1D8E6BFE4AC0}" presName="Parent5" presStyleLbl="revTx" presStyleIdx="4" presStyleCnt="5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00C41180-EA12-4DED-AC84-CD70978A0F64}" type="presOf" srcId="{CAA80479-E752-4AE2-B8CD-49A202928586}" destId="{AC7A898E-EC8F-44A1-9409-BA9ADA896A73}" srcOrd="0" destOrd="0" presId="urn:microsoft.com/office/officeart/2009/layout/CircleArrowProcess"/>
    <dgm:cxn modelId="{E0C4CD4E-AA56-4991-B292-830E200138F2}" srcId="{779EAC84-9758-46BF-B25B-96F228E2FC8D}" destId="{B1AFE6A1-B805-4D19-90A3-1D8E6BFE4AC0}" srcOrd="4" destOrd="0" parTransId="{3D918016-A19A-4BD9-98A0-B5DCEA6F7217}" sibTransId="{14508728-02C8-416B-AC7A-237963B83C08}"/>
    <dgm:cxn modelId="{DEBB59AB-9632-430A-BE2D-FF139BDE4577}" srcId="{779EAC84-9758-46BF-B25B-96F228E2FC8D}" destId="{9B664562-6970-4A42-8C20-68D31CD07A17}" srcOrd="2" destOrd="0" parTransId="{9514303E-7748-41DA-A05E-E27A96BFC43A}" sibTransId="{D4B693FD-784A-493B-A1CE-F8FFF008579B}"/>
    <dgm:cxn modelId="{060D7A2C-0F7E-4B06-8658-F71558E46501}" type="presOf" srcId="{779EAC84-9758-46BF-B25B-96F228E2FC8D}" destId="{607AA46D-2C64-44DD-8D51-C6DD2235B2A3}" srcOrd="0" destOrd="0" presId="urn:microsoft.com/office/officeart/2009/layout/CircleArrowProcess"/>
    <dgm:cxn modelId="{F21E3CB8-588F-4611-95F4-8039FC40AD13}" type="presOf" srcId="{B1AFE6A1-B805-4D19-90A3-1D8E6BFE4AC0}" destId="{C7B09E09-661B-42A9-B366-7B11DDB9429F}" srcOrd="0" destOrd="0" presId="urn:microsoft.com/office/officeart/2009/layout/CircleArrowProcess"/>
    <dgm:cxn modelId="{867C8A54-9332-4D75-AD91-B806EA020EFF}" srcId="{779EAC84-9758-46BF-B25B-96F228E2FC8D}" destId="{563CAAD4-5EAB-45EE-89A1-1C5A8831A10C}" srcOrd="0" destOrd="0" parTransId="{E4C5CCEF-AA57-428F-9BA8-AC618DD5BD49}" sibTransId="{994E112A-8BDF-408A-9712-660AA8E2E1D4}"/>
    <dgm:cxn modelId="{6F2FE906-ABD8-4CD2-94E6-4D6383E11FA2}" srcId="{779EAC84-9758-46BF-B25B-96F228E2FC8D}" destId="{91F6DA2B-6F8C-4127-8324-E7D92C6B8CCF}" srcOrd="3" destOrd="0" parTransId="{08C276F2-DBC5-4237-A3B7-C805A4F227B6}" sibTransId="{B45D3CC4-2ACD-4E8D-A672-C62EBC0B2A04}"/>
    <dgm:cxn modelId="{0B3AC20B-036A-4DFA-B454-78F6C5753D76}" type="presOf" srcId="{563CAAD4-5EAB-45EE-89A1-1C5A8831A10C}" destId="{6B25B064-1F77-4AE9-9FCF-56857178542C}" srcOrd="0" destOrd="0" presId="urn:microsoft.com/office/officeart/2009/layout/CircleArrowProcess"/>
    <dgm:cxn modelId="{33BC08AB-B2A7-42E0-A80E-0A1551FBF7E9}" type="presOf" srcId="{9B664562-6970-4A42-8C20-68D31CD07A17}" destId="{862C6D56-0F2B-4FDC-A6A6-B4A5DA98488B}" srcOrd="0" destOrd="0" presId="urn:microsoft.com/office/officeart/2009/layout/CircleArrowProcess"/>
    <dgm:cxn modelId="{8C371E4D-DF62-44C1-9696-B626FAE8F27D}" srcId="{779EAC84-9758-46BF-B25B-96F228E2FC8D}" destId="{CAA80479-E752-4AE2-B8CD-49A202928586}" srcOrd="1" destOrd="0" parTransId="{CC0F5109-26E8-4D27-8805-1DECD250E1A3}" sibTransId="{A9DD13F0-F8B0-4854-8E62-9E69F828A573}"/>
    <dgm:cxn modelId="{33173574-636C-4117-AAE9-EC3F88CA0A2C}" type="presOf" srcId="{91F6DA2B-6F8C-4127-8324-E7D92C6B8CCF}" destId="{A7FB78D8-038F-4F7B-9C9C-AE027A9F666A}" srcOrd="0" destOrd="0" presId="urn:microsoft.com/office/officeart/2009/layout/CircleArrowProcess"/>
    <dgm:cxn modelId="{C7958433-799C-4B62-8C4A-7995EE751041}" type="presParOf" srcId="{607AA46D-2C64-44DD-8D51-C6DD2235B2A3}" destId="{634E86E0-A282-4A80-8EB1-EACCD7148F5C}" srcOrd="0" destOrd="0" presId="urn:microsoft.com/office/officeart/2009/layout/CircleArrowProcess"/>
    <dgm:cxn modelId="{FA619D2C-1E7D-4E67-A89C-630AA0CF4319}" type="presParOf" srcId="{634E86E0-A282-4A80-8EB1-EACCD7148F5C}" destId="{3FD26F54-F9E6-44EC-A856-E55C5C3C1D98}" srcOrd="0" destOrd="0" presId="urn:microsoft.com/office/officeart/2009/layout/CircleArrowProcess"/>
    <dgm:cxn modelId="{6ABC9F28-367C-44BB-B727-F783660EA8C9}" type="presParOf" srcId="{607AA46D-2C64-44DD-8D51-C6DD2235B2A3}" destId="{6B25B064-1F77-4AE9-9FCF-56857178542C}" srcOrd="1" destOrd="0" presId="urn:microsoft.com/office/officeart/2009/layout/CircleArrowProcess"/>
    <dgm:cxn modelId="{10FEA710-E49C-49A3-8850-8B5002F7CE65}" type="presParOf" srcId="{607AA46D-2C64-44DD-8D51-C6DD2235B2A3}" destId="{6EA8FC03-04C5-4241-9855-E0BCB19F7E49}" srcOrd="2" destOrd="0" presId="urn:microsoft.com/office/officeart/2009/layout/CircleArrowProcess"/>
    <dgm:cxn modelId="{620A9873-0A4A-414F-B0E3-9AF59AF82FC3}" type="presParOf" srcId="{6EA8FC03-04C5-4241-9855-E0BCB19F7E49}" destId="{DAA632DC-2F3E-49BE-8BAB-DDC7293D143B}" srcOrd="0" destOrd="0" presId="urn:microsoft.com/office/officeart/2009/layout/CircleArrowProcess"/>
    <dgm:cxn modelId="{73E0DC72-94EE-4CE5-9B9A-10BB420C502D}" type="presParOf" srcId="{607AA46D-2C64-44DD-8D51-C6DD2235B2A3}" destId="{AC7A898E-EC8F-44A1-9409-BA9ADA896A73}" srcOrd="3" destOrd="0" presId="urn:microsoft.com/office/officeart/2009/layout/CircleArrowProcess"/>
    <dgm:cxn modelId="{E5B2A2D7-811E-4DE4-8C07-D8048961F139}" type="presParOf" srcId="{607AA46D-2C64-44DD-8D51-C6DD2235B2A3}" destId="{2EF8C3A8-F964-45D7-A70B-F16EAB499ABC}" srcOrd="4" destOrd="0" presId="urn:microsoft.com/office/officeart/2009/layout/CircleArrowProcess"/>
    <dgm:cxn modelId="{9837EDD4-7BB2-4B27-8E02-2C4E27534379}" type="presParOf" srcId="{2EF8C3A8-F964-45D7-A70B-F16EAB499ABC}" destId="{D6A446EE-1AA2-433E-ACCC-3004763890A4}" srcOrd="0" destOrd="0" presId="urn:microsoft.com/office/officeart/2009/layout/CircleArrowProcess"/>
    <dgm:cxn modelId="{E31F0BFC-3A4E-4E08-AFDC-6C9A0F3D90A8}" type="presParOf" srcId="{607AA46D-2C64-44DD-8D51-C6DD2235B2A3}" destId="{862C6D56-0F2B-4FDC-A6A6-B4A5DA98488B}" srcOrd="5" destOrd="0" presId="urn:microsoft.com/office/officeart/2009/layout/CircleArrowProcess"/>
    <dgm:cxn modelId="{2E23D40F-2305-434B-B995-C045CD969D76}" type="presParOf" srcId="{607AA46D-2C64-44DD-8D51-C6DD2235B2A3}" destId="{6F95A8B4-066F-4765-B2DF-425D93295BB8}" srcOrd="6" destOrd="0" presId="urn:microsoft.com/office/officeart/2009/layout/CircleArrowProcess"/>
    <dgm:cxn modelId="{C37E66AA-EB9A-4655-B613-D9D6A3415DAD}" type="presParOf" srcId="{6F95A8B4-066F-4765-B2DF-425D93295BB8}" destId="{0279776E-35ED-4653-B290-A4CC3BD03D6E}" srcOrd="0" destOrd="0" presId="urn:microsoft.com/office/officeart/2009/layout/CircleArrowProcess"/>
    <dgm:cxn modelId="{913EEF1B-A494-4CA1-AB86-DB423953B7FF}" type="presParOf" srcId="{607AA46D-2C64-44DD-8D51-C6DD2235B2A3}" destId="{A7FB78D8-038F-4F7B-9C9C-AE027A9F666A}" srcOrd="7" destOrd="0" presId="urn:microsoft.com/office/officeart/2009/layout/CircleArrowProcess"/>
    <dgm:cxn modelId="{F4B44BB1-E18B-45DE-A4CD-40B69E0B2882}" type="presParOf" srcId="{607AA46D-2C64-44DD-8D51-C6DD2235B2A3}" destId="{0F508A9C-9327-4261-BEB7-7C15100A88AE}" srcOrd="8" destOrd="0" presId="urn:microsoft.com/office/officeart/2009/layout/CircleArrowProcess"/>
    <dgm:cxn modelId="{33F3846C-B0EB-403C-B4D5-92FE8EDB2464}" type="presParOf" srcId="{0F508A9C-9327-4261-BEB7-7C15100A88AE}" destId="{DFDAFE7A-F225-49D2-87C6-3E25DAD41819}" srcOrd="0" destOrd="0" presId="urn:microsoft.com/office/officeart/2009/layout/CircleArrowProcess"/>
    <dgm:cxn modelId="{771E3C79-2EB2-4878-B944-B3FDCA331213}" type="presParOf" srcId="{607AA46D-2C64-44DD-8D51-C6DD2235B2A3}" destId="{C7B09E09-661B-42A9-B366-7B11DDB9429F}" srcOrd="9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9EAC84-9758-46BF-B25B-96F228E2FC8D}" type="doc">
      <dgm:prSet loTypeId="urn:microsoft.com/office/officeart/2009/layout/CircleArrowProcess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de-DE"/>
        </a:p>
      </dgm:t>
    </dgm:pt>
    <dgm:pt modelId="{563CAAD4-5EAB-45EE-89A1-1C5A8831A10C}">
      <dgm:prSet phldrT="[Text]" custT="1"/>
      <dgm:spPr/>
      <dgm:t>
        <a:bodyPr/>
        <a:lstStyle/>
        <a:p>
          <a:r>
            <a:rPr lang="de-DE" sz="1400" smtClean="0"/>
            <a:t>Steigende relative Luftfeuchtigkeit</a:t>
          </a:r>
          <a:endParaRPr lang="de-DE" sz="1400"/>
        </a:p>
      </dgm:t>
    </dgm:pt>
    <dgm:pt modelId="{E4C5CCEF-AA57-428F-9BA8-AC618DD5BD49}" type="parTrans" cxnId="{867C8A54-9332-4D75-AD91-B806EA020EFF}">
      <dgm:prSet/>
      <dgm:spPr/>
      <dgm:t>
        <a:bodyPr/>
        <a:lstStyle/>
        <a:p>
          <a:endParaRPr lang="de-DE" sz="4400"/>
        </a:p>
      </dgm:t>
    </dgm:pt>
    <dgm:pt modelId="{994E112A-8BDF-408A-9712-660AA8E2E1D4}" type="sibTrans" cxnId="{867C8A54-9332-4D75-AD91-B806EA020EFF}">
      <dgm:prSet/>
      <dgm:spPr/>
      <dgm:t>
        <a:bodyPr/>
        <a:lstStyle/>
        <a:p>
          <a:endParaRPr lang="de-DE" sz="4400"/>
        </a:p>
      </dgm:t>
    </dgm:pt>
    <dgm:pt modelId="{CAA80479-E752-4AE2-B8CD-49A202928586}">
      <dgm:prSet phldrT="[Text]" custT="1"/>
      <dgm:spPr/>
      <dgm:t>
        <a:bodyPr/>
        <a:lstStyle/>
        <a:p>
          <a:r>
            <a:rPr lang="de-DE" sz="1400" smtClean="0"/>
            <a:t>Steigende Dielekrizitäts-konstante</a:t>
          </a:r>
          <a:endParaRPr lang="de-DE" sz="1400"/>
        </a:p>
      </dgm:t>
    </dgm:pt>
    <dgm:pt modelId="{CC0F5109-26E8-4D27-8805-1DECD250E1A3}" type="parTrans" cxnId="{8C371E4D-DF62-44C1-9696-B626FAE8F27D}">
      <dgm:prSet/>
      <dgm:spPr/>
      <dgm:t>
        <a:bodyPr/>
        <a:lstStyle/>
        <a:p>
          <a:endParaRPr lang="de-DE" sz="4400"/>
        </a:p>
      </dgm:t>
    </dgm:pt>
    <dgm:pt modelId="{A9DD13F0-F8B0-4854-8E62-9E69F828A573}" type="sibTrans" cxnId="{8C371E4D-DF62-44C1-9696-B626FAE8F27D}">
      <dgm:prSet/>
      <dgm:spPr/>
      <dgm:t>
        <a:bodyPr/>
        <a:lstStyle/>
        <a:p>
          <a:endParaRPr lang="de-DE" sz="4400"/>
        </a:p>
      </dgm:t>
    </dgm:pt>
    <dgm:pt modelId="{9B664562-6970-4A42-8C20-68D31CD07A17}">
      <dgm:prSet phldrT="[Text]" custT="1"/>
      <dgm:spPr/>
      <dgm:t>
        <a:bodyPr/>
        <a:lstStyle/>
        <a:p>
          <a:r>
            <a:rPr lang="de-DE" sz="1400" smtClean="0"/>
            <a:t>Sinkende Feldstärke</a:t>
          </a:r>
          <a:endParaRPr lang="de-DE" sz="1400"/>
        </a:p>
      </dgm:t>
    </dgm:pt>
    <dgm:pt modelId="{9514303E-7748-41DA-A05E-E27A96BFC43A}" type="parTrans" cxnId="{DEBB59AB-9632-430A-BE2D-FF139BDE4577}">
      <dgm:prSet/>
      <dgm:spPr/>
      <dgm:t>
        <a:bodyPr/>
        <a:lstStyle/>
        <a:p>
          <a:endParaRPr lang="de-DE" sz="4400"/>
        </a:p>
      </dgm:t>
    </dgm:pt>
    <dgm:pt modelId="{D4B693FD-784A-493B-A1CE-F8FFF008579B}" type="sibTrans" cxnId="{DEBB59AB-9632-430A-BE2D-FF139BDE4577}">
      <dgm:prSet/>
      <dgm:spPr/>
      <dgm:t>
        <a:bodyPr/>
        <a:lstStyle/>
        <a:p>
          <a:endParaRPr lang="de-DE" sz="4400"/>
        </a:p>
      </dgm:t>
    </dgm:pt>
    <dgm:pt modelId="{91F6DA2B-6F8C-4127-8324-E7D92C6B8CCF}">
      <dgm:prSet phldrT="[Text]" custT="1"/>
      <dgm:spPr/>
      <dgm:t>
        <a:bodyPr/>
        <a:lstStyle/>
        <a:p>
          <a:r>
            <a:rPr lang="de-DE" sz="1400" smtClean="0"/>
            <a:t>Sinkende Spannung</a:t>
          </a:r>
          <a:endParaRPr lang="de-DE" sz="1400"/>
        </a:p>
      </dgm:t>
    </dgm:pt>
    <dgm:pt modelId="{08C276F2-DBC5-4237-A3B7-C805A4F227B6}" type="parTrans" cxnId="{6F2FE906-ABD8-4CD2-94E6-4D6383E11FA2}">
      <dgm:prSet/>
      <dgm:spPr/>
      <dgm:t>
        <a:bodyPr/>
        <a:lstStyle/>
        <a:p>
          <a:endParaRPr lang="de-DE" sz="4400"/>
        </a:p>
      </dgm:t>
    </dgm:pt>
    <dgm:pt modelId="{B45D3CC4-2ACD-4E8D-A672-C62EBC0B2A04}" type="sibTrans" cxnId="{6F2FE906-ABD8-4CD2-94E6-4D6383E11FA2}">
      <dgm:prSet/>
      <dgm:spPr/>
      <dgm:t>
        <a:bodyPr/>
        <a:lstStyle/>
        <a:p>
          <a:endParaRPr lang="de-DE" sz="4400"/>
        </a:p>
      </dgm:t>
    </dgm:pt>
    <dgm:pt modelId="{B1AFE6A1-B805-4D19-90A3-1D8E6BFE4AC0}">
      <dgm:prSet phldrT="[Text]" custT="1"/>
      <dgm:spPr/>
      <dgm:t>
        <a:bodyPr/>
        <a:lstStyle/>
        <a:p>
          <a:r>
            <a:rPr lang="de-DE" sz="1400" smtClean="0"/>
            <a:t>Steigende Kapazität des Kondensators</a:t>
          </a:r>
          <a:endParaRPr lang="de-DE" sz="1400"/>
        </a:p>
      </dgm:t>
    </dgm:pt>
    <dgm:pt modelId="{3D918016-A19A-4BD9-98A0-B5DCEA6F7217}" type="parTrans" cxnId="{E0C4CD4E-AA56-4991-B292-830E200138F2}">
      <dgm:prSet/>
      <dgm:spPr/>
      <dgm:t>
        <a:bodyPr/>
        <a:lstStyle/>
        <a:p>
          <a:endParaRPr lang="de-DE" sz="4400"/>
        </a:p>
      </dgm:t>
    </dgm:pt>
    <dgm:pt modelId="{14508728-02C8-416B-AC7A-237963B83C08}" type="sibTrans" cxnId="{E0C4CD4E-AA56-4991-B292-830E200138F2}">
      <dgm:prSet/>
      <dgm:spPr/>
      <dgm:t>
        <a:bodyPr/>
        <a:lstStyle/>
        <a:p>
          <a:endParaRPr lang="de-DE" sz="4400"/>
        </a:p>
      </dgm:t>
    </dgm:pt>
    <dgm:pt modelId="{607AA46D-2C64-44DD-8D51-C6DD2235B2A3}" type="pres">
      <dgm:prSet presAssocID="{779EAC84-9758-46BF-B25B-96F228E2FC8D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de-DE"/>
        </a:p>
      </dgm:t>
    </dgm:pt>
    <dgm:pt modelId="{634E86E0-A282-4A80-8EB1-EACCD7148F5C}" type="pres">
      <dgm:prSet presAssocID="{563CAAD4-5EAB-45EE-89A1-1C5A8831A10C}" presName="Accent1" presStyleCnt="0"/>
      <dgm:spPr/>
    </dgm:pt>
    <dgm:pt modelId="{3FD26F54-F9E6-44EC-A856-E55C5C3C1D98}" type="pres">
      <dgm:prSet presAssocID="{563CAAD4-5EAB-45EE-89A1-1C5A8831A10C}" presName="Accent" presStyleLbl="node1" presStyleIdx="0" presStyleCnt="5" custScaleX="125497"/>
      <dgm:spPr>
        <a:solidFill>
          <a:srgbClr val="FF0000"/>
        </a:solidFill>
      </dgm:spPr>
      <dgm:t>
        <a:bodyPr/>
        <a:lstStyle/>
        <a:p>
          <a:endParaRPr lang="de-DE"/>
        </a:p>
      </dgm:t>
    </dgm:pt>
    <dgm:pt modelId="{6B25B064-1F77-4AE9-9FCF-56857178542C}" type="pres">
      <dgm:prSet presAssocID="{563CAAD4-5EAB-45EE-89A1-1C5A8831A10C}" presName="Parent1" presStyleLbl="revTx" presStyleIdx="0" presStyleCnt="5" custScaleX="141848" custLinFactNeighborY="-1836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EA8FC03-04C5-4241-9855-E0BCB19F7E49}" type="pres">
      <dgm:prSet presAssocID="{CAA80479-E752-4AE2-B8CD-49A202928586}" presName="Accent2" presStyleCnt="0"/>
      <dgm:spPr/>
    </dgm:pt>
    <dgm:pt modelId="{DAA632DC-2F3E-49BE-8BAB-DDC7293D143B}" type="pres">
      <dgm:prSet presAssocID="{CAA80479-E752-4AE2-B8CD-49A202928586}" presName="Accent" presStyleLbl="node1" presStyleIdx="1" presStyleCnt="5" custScaleX="125497"/>
      <dgm:spPr>
        <a:solidFill>
          <a:srgbClr val="FF0000">
            <a:alpha val="60000"/>
          </a:srgbClr>
        </a:solidFill>
      </dgm:spPr>
      <dgm:t>
        <a:bodyPr/>
        <a:lstStyle/>
        <a:p>
          <a:endParaRPr lang="de-DE"/>
        </a:p>
      </dgm:t>
    </dgm:pt>
    <dgm:pt modelId="{AC7A898E-EC8F-44A1-9409-BA9ADA896A73}" type="pres">
      <dgm:prSet presAssocID="{CAA80479-E752-4AE2-B8CD-49A202928586}" presName="Parent2" presStyleLbl="revTx" presStyleIdx="1" presStyleCnt="5" custScaleX="141848" custLinFactNeighborY="-1224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EF8C3A8-F964-45D7-A70B-F16EAB499ABC}" type="pres">
      <dgm:prSet presAssocID="{9B664562-6970-4A42-8C20-68D31CD07A17}" presName="Accent3" presStyleCnt="0"/>
      <dgm:spPr/>
    </dgm:pt>
    <dgm:pt modelId="{D6A446EE-1AA2-433E-ACCC-3004763890A4}" type="pres">
      <dgm:prSet presAssocID="{9B664562-6970-4A42-8C20-68D31CD07A17}" presName="Accent" presStyleLbl="node1" presStyleIdx="2" presStyleCnt="5" custScaleX="125497"/>
      <dgm:spPr>
        <a:solidFill>
          <a:srgbClr val="ED7613"/>
        </a:solidFill>
      </dgm:spPr>
      <dgm:t>
        <a:bodyPr/>
        <a:lstStyle/>
        <a:p>
          <a:endParaRPr lang="de-DE"/>
        </a:p>
      </dgm:t>
    </dgm:pt>
    <dgm:pt modelId="{862C6D56-0F2B-4FDC-A6A6-B4A5DA98488B}" type="pres">
      <dgm:prSet presAssocID="{9B664562-6970-4A42-8C20-68D31CD07A17}" presName="Parent3" presStyleLbl="revTx" presStyleIdx="2" presStyleCnt="5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F95A8B4-066F-4765-B2DF-425D93295BB8}" type="pres">
      <dgm:prSet presAssocID="{91F6DA2B-6F8C-4127-8324-E7D92C6B8CCF}" presName="Accent4" presStyleCnt="0"/>
      <dgm:spPr/>
    </dgm:pt>
    <dgm:pt modelId="{0279776E-35ED-4653-B290-A4CC3BD03D6E}" type="pres">
      <dgm:prSet presAssocID="{91F6DA2B-6F8C-4127-8324-E7D92C6B8CCF}" presName="Accent" presStyleLbl="node1" presStyleIdx="3" presStyleCnt="5" custScaleX="125497"/>
      <dgm:spPr>
        <a:solidFill>
          <a:srgbClr val="0070C0"/>
        </a:solidFill>
      </dgm:spPr>
      <dgm:t>
        <a:bodyPr/>
        <a:lstStyle/>
        <a:p>
          <a:endParaRPr lang="de-DE"/>
        </a:p>
      </dgm:t>
    </dgm:pt>
    <dgm:pt modelId="{A7FB78D8-038F-4F7B-9C9C-AE027A9F666A}" type="pres">
      <dgm:prSet presAssocID="{91F6DA2B-6F8C-4127-8324-E7D92C6B8CCF}" presName="Parent4" presStyleLbl="revTx" presStyleIdx="3" presStyleCnt="5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0F508A9C-9327-4261-BEB7-7C15100A88AE}" type="pres">
      <dgm:prSet presAssocID="{B1AFE6A1-B805-4D19-90A3-1D8E6BFE4AC0}" presName="Accent5" presStyleCnt="0"/>
      <dgm:spPr/>
    </dgm:pt>
    <dgm:pt modelId="{DFDAFE7A-F225-49D2-87C6-3E25DAD41819}" type="pres">
      <dgm:prSet presAssocID="{B1AFE6A1-B805-4D19-90A3-1D8E6BFE4AC0}" presName="Accent" presStyleLbl="node1" presStyleIdx="4" presStyleCnt="5" custScaleX="146075"/>
      <dgm:spPr>
        <a:solidFill>
          <a:srgbClr val="0070C0">
            <a:alpha val="60000"/>
          </a:srgbClr>
        </a:solidFill>
      </dgm:spPr>
      <dgm:t>
        <a:bodyPr/>
        <a:lstStyle/>
        <a:p>
          <a:endParaRPr lang="de-DE"/>
        </a:p>
      </dgm:t>
    </dgm:pt>
    <dgm:pt modelId="{C7B09E09-661B-42A9-B366-7B11DDB9429F}" type="pres">
      <dgm:prSet presAssocID="{B1AFE6A1-B805-4D19-90A3-1D8E6BFE4AC0}" presName="Parent5" presStyleLbl="revTx" presStyleIdx="4" presStyleCnt="5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00C41180-EA12-4DED-AC84-CD70978A0F64}" type="presOf" srcId="{CAA80479-E752-4AE2-B8CD-49A202928586}" destId="{AC7A898E-EC8F-44A1-9409-BA9ADA896A73}" srcOrd="0" destOrd="0" presId="urn:microsoft.com/office/officeart/2009/layout/CircleArrowProcess"/>
    <dgm:cxn modelId="{E0C4CD4E-AA56-4991-B292-830E200138F2}" srcId="{779EAC84-9758-46BF-B25B-96F228E2FC8D}" destId="{B1AFE6A1-B805-4D19-90A3-1D8E6BFE4AC0}" srcOrd="4" destOrd="0" parTransId="{3D918016-A19A-4BD9-98A0-B5DCEA6F7217}" sibTransId="{14508728-02C8-416B-AC7A-237963B83C08}"/>
    <dgm:cxn modelId="{DEBB59AB-9632-430A-BE2D-FF139BDE4577}" srcId="{779EAC84-9758-46BF-B25B-96F228E2FC8D}" destId="{9B664562-6970-4A42-8C20-68D31CD07A17}" srcOrd="2" destOrd="0" parTransId="{9514303E-7748-41DA-A05E-E27A96BFC43A}" sibTransId="{D4B693FD-784A-493B-A1CE-F8FFF008579B}"/>
    <dgm:cxn modelId="{060D7A2C-0F7E-4B06-8658-F71558E46501}" type="presOf" srcId="{779EAC84-9758-46BF-B25B-96F228E2FC8D}" destId="{607AA46D-2C64-44DD-8D51-C6DD2235B2A3}" srcOrd="0" destOrd="0" presId="urn:microsoft.com/office/officeart/2009/layout/CircleArrowProcess"/>
    <dgm:cxn modelId="{F21E3CB8-588F-4611-95F4-8039FC40AD13}" type="presOf" srcId="{B1AFE6A1-B805-4D19-90A3-1D8E6BFE4AC0}" destId="{C7B09E09-661B-42A9-B366-7B11DDB9429F}" srcOrd="0" destOrd="0" presId="urn:microsoft.com/office/officeart/2009/layout/CircleArrowProcess"/>
    <dgm:cxn modelId="{867C8A54-9332-4D75-AD91-B806EA020EFF}" srcId="{779EAC84-9758-46BF-B25B-96F228E2FC8D}" destId="{563CAAD4-5EAB-45EE-89A1-1C5A8831A10C}" srcOrd="0" destOrd="0" parTransId="{E4C5CCEF-AA57-428F-9BA8-AC618DD5BD49}" sibTransId="{994E112A-8BDF-408A-9712-660AA8E2E1D4}"/>
    <dgm:cxn modelId="{6F2FE906-ABD8-4CD2-94E6-4D6383E11FA2}" srcId="{779EAC84-9758-46BF-B25B-96F228E2FC8D}" destId="{91F6DA2B-6F8C-4127-8324-E7D92C6B8CCF}" srcOrd="3" destOrd="0" parTransId="{08C276F2-DBC5-4237-A3B7-C805A4F227B6}" sibTransId="{B45D3CC4-2ACD-4E8D-A672-C62EBC0B2A04}"/>
    <dgm:cxn modelId="{0B3AC20B-036A-4DFA-B454-78F6C5753D76}" type="presOf" srcId="{563CAAD4-5EAB-45EE-89A1-1C5A8831A10C}" destId="{6B25B064-1F77-4AE9-9FCF-56857178542C}" srcOrd="0" destOrd="0" presId="urn:microsoft.com/office/officeart/2009/layout/CircleArrowProcess"/>
    <dgm:cxn modelId="{33BC08AB-B2A7-42E0-A80E-0A1551FBF7E9}" type="presOf" srcId="{9B664562-6970-4A42-8C20-68D31CD07A17}" destId="{862C6D56-0F2B-4FDC-A6A6-B4A5DA98488B}" srcOrd="0" destOrd="0" presId="urn:microsoft.com/office/officeart/2009/layout/CircleArrowProcess"/>
    <dgm:cxn modelId="{8C371E4D-DF62-44C1-9696-B626FAE8F27D}" srcId="{779EAC84-9758-46BF-B25B-96F228E2FC8D}" destId="{CAA80479-E752-4AE2-B8CD-49A202928586}" srcOrd="1" destOrd="0" parTransId="{CC0F5109-26E8-4D27-8805-1DECD250E1A3}" sibTransId="{A9DD13F0-F8B0-4854-8E62-9E69F828A573}"/>
    <dgm:cxn modelId="{33173574-636C-4117-AAE9-EC3F88CA0A2C}" type="presOf" srcId="{91F6DA2B-6F8C-4127-8324-E7D92C6B8CCF}" destId="{A7FB78D8-038F-4F7B-9C9C-AE027A9F666A}" srcOrd="0" destOrd="0" presId="urn:microsoft.com/office/officeart/2009/layout/CircleArrowProcess"/>
    <dgm:cxn modelId="{C7958433-799C-4B62-8C4A-7995EE751041}" type="presParOf" srcId="{607AA46D-2C64-44DD-8D51-C6DD2235B2A3}" destId="{634E86E0-A282-4A80-8EB1-EACCD7148F5C}" srcOrd="0" destOrd="0" presId="urn:microsoft.com/office/officeart/2009/layout/CircleArrowProcess"/>
    <dgm:cxn modelId="{FA619D2C-1E7D-4E67-A89C-630AA0CF4319}" type="presParOf" srcId="{634E86E0-A282-4A80-8EB1-EACCD7148F5C}" destId="{3FD26F54-F9E6-44EC-A856-E55C5C3C1D98}" srcOrd="0" destOrd="0" presId="urn:microsoft.com/office/officeart/2009/layout/CircleArrowProcess"/>
    <dgm:cxn modelId="{6ABC9F28-367C-44BB-B727-F783660EA8C9}" type="presParOf" srcId="{607AA46D-2C64-44DD-8D51-C6DD2235B2A3}" destId="{6B25B064-1F77-4AE9-9FCF-56857178542C}" srcOrd="1" destOrd="0" presId="urn:microsoft.com/office/officeart/2009/layout/CircleArrowProcess"/>
    <dgm:cxn modelId="{10FEA710-E49C-49A3-8850-8B5002F7CE65}" type="presParOf" srcId="{607AA46D-2C64-44DD-8D51-C6DD2235B2A3}" destId="{6EA8FC03-04C5-4241-9855-E0BCB19F7E49}" srcOrd="2" destOrd="0" presId="urn:microsoft.com/office/officeart/2009/layout/CircleArrowProcess"/>
    <dgm:cxn modelId="{620A9873-0A4A-414F-B0E3-9AF59AF82FC3}" type="presParOf" srcId="{6EA8FC03-04C5-4241-9855-E0BCB19F7E49}" destId="{DAA632DC-2F3E-49BE-8BAB-DDC7293D143B}" srcOrd="0" destOrd="0" presId="urn:microsoft.com/office/officeart/2009/layout/CircleArrowProcess"/>
    <dgm:cxn modelId="{73E0DC72-94EE-4CE5-9B9A-10BB420C502D}" type="presParOf" srcId="{607AA46D-2C64-44DD-8D51-C6DD2235B2A3}" destId="{AC7A898E-EC8F-44A1-9409-BA9ADA896A73}" srcOrd="3" destOrd="0" presId="urn:microsoft.com/office/officeart/2009/layout/CircleArrowProcess"/>
    <dgm:cxn modelId="{E5B2A2D7-811E-4DE4-8C07-D8048961F139}" type="presParOf" srcId="{607AA46D-2C64-44DD-8D51-C6DD2235B2A3}" destId="{2EF8C3A8-F964-45D7-A70B-F16EAB499ABC}" srcOrd="4" destOrd="0" presId="urn:microsoft.com/office/officeart/2009/layout/CircleArrowProcess"/>
    <dgm:cxn modelId="{9837EDD4-7BB2-4B27-8E02-2C4E27534379}" type="presParOf" srcId="{2EF8C3A8-F964-45D7-A70B-F16EAB499ABC}" destId="{D6A446EE-1AA2-433E-ACCC-3004763890A4}" srcOrd="0" destOrd="0" presId="urn:microsoft.com/office/officeart/2009/layout/CircleArrowProcess"/>
    <dgm:cxn modelId="{E31F0BFC-3A4E-4E08-AFDC-6C9A0F3D90A8}" type="presParOf" srcId="{607AA46D-2C64-44DD-8D51-C6DD2235B2A3}" destId="{862C6D56-0F2B-4FDC-A6A6-B4A5DA98488B}" srcOrd="5" destOrd="0" presId="urn:microsoft.com/office/officeart/2009/layout/CircleArrowProcess"/>
    <dgm:cxn modelId="{2E23D40F-2305-434B-B995-C045CD969D76}" type="presParOf" srcId="{607AA46D-2C64-44DD-8D51-C6DD2235B2A3}" destId="{6F95A8B4-066F-4765-B2DF-425D93295BB8}" srcOrd="6" destOrd="0" presId="urn:microsoft.com/office/officeart/2009/layout/CircleArrowProcess"/>
    <dgm:cxn modelId="{C37E66AA-EB9A-4655-B613-D9D6A3415DAD}" type="presParOf" srcId="{6F95A8B4-066F-4765-B2DF-425D93295BB8}" destId="{0279776E-35ED-4653-B290-A4CC3BD03D6E}" srcOrd="0" destOrd="0" presId="urn:microsoft.com/office/officeart/2009/layout/CircleArrowProcess"/>
    <dgm:cxn modelId="{913EEF1B-A494-4CA1-AB86-DB423953B7FF}" type="presParOf" srcId="{607AA46D-2C64-44DD-8D51-C6DD2235B2A3}" destId="{A7FB78D8-038F-4F7B-9C9C-AE027A9F666A}" srcOrd="7" destOrd="0" presId="urn:microsoft.com/office/officeart/2009/layout/CircleArrowProcess"/>
    <dgm:cxn modelId="{F4B44BB1-E18B-45DE-A4CD-40B69E0B2882}" type="presParOf" srcId="{607AA46D-2C64-44DD-8D51-C6DD2235B2A3}" destId="{0F508A9C-9327-4261-BEB7-7C15100A88AE}" srcOrd="8" destOrd="0" presId="urn:microsoft.com/office/officeart/2009/layout/CircleArrowProcess"/>
    <dgm:cxn modelId="{33F3846C-B0EB-403C-B4D5-92FE8EDB2464}" type="presParOf" srcId="{0F508A9C-9327-4261-BEB7-7C15100A88AE}" destId="{DFDAFE7A-F225-49D2-87C6-3E25DAD41819}" srcOrd="0" destOrd="0" presId="urn:microsoft.com/office/officeart/2009/layout/CircleArrowProcess"/>
    <dgm:cxn modelId="{771E3C79-2EB2-4878-B944-B3FDCA331213}" type="presParOf" srcId="{607AA46D-2C64-44DD-8D51-C6DD2235B2A3}" destId="{C7B09E09-661B-42A9-B366-7B11DDB9429F}" srcOrd="9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79EAC84-9758-46BF-B25B-96F228E2FC8D}" type="doc">
      <dgm:prSet loTypeId="urn:microsoft.com/office/officeart/2009/layout/CircleArrowProcess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de-DE"/>
        </a:p>
      </dgm:t>
    </dgm:pt>
    <dgm:pt modelId="{563CAAD4-5EAB-45EE-89A1-1C5A8831A10C}">
      <dgm:prSet phldrT="[Text]" custT="1"/>
      <dgm:spPr/>
      <dgm:t>
        <a:bodyPr/>
        <a:lstStyle/>
        <a:p>
          <a:r>
            <a:rPr lang="de-DE" sz="1400" smtClean="0"/>
            <a:t>Steigende relative Luftfeuchtigkeit</a:t>
          </a:r>
          <a:endParaRPr lang="de-DE" sz="1400"/>
        </a:p>
      </dgm:t>
    </dgm:pt>
    <dgm:pt modelId="{E4C5CCEF-AA57-428F-9BA8-AC618DD5BD49}" type="parTrans" cxnId="{867C8A54-9332-4D75-AD91-B806EA020EFF}">
      <dgm:prSet/>
      <dgm:spPr/>
      <dgm:t>
        <a:bodyPr/>
        <a:lstStyle/>
        <a:p>
          <a:endParaRPr lang="de-DE" sz="4400"/>
        </a:p>
      </dgm:t>
    </dgm:pt>
    <dgm:pt modelId="{994E112A-8BDF-408A-9712-660AA8E2E1D4}" type="sibTrans" cxnId="{867C8A54-9332-4D75-AD91-B806EA020EFF}">
      <dgm:prSet/>
      <dgm:spPr/>
      <dgm:t>
        <a:bodyPr/>
        <a:lstStyle/>
        <a:p>
          <a:endParaRPr lang="de-DE" sz="4400"/>
        </a:p>
      </dgm:t>
    </dgm:pt>
    <dgm:pt modelId="{CAA80479-E752-4AE2-B8CD-49A202928586}">
      <dgm:prSet phldrT="[Text]" custT="1"/>
      <dgm:spPr/>
      <dgm:t>
        <a:bodyPr/>
        <a:lstStyle/>
        <a:p>
          <a:r>
            <a:rPr lang="de-DE" sz="1400" smtClean="0"/>
            <a:t>Steigende Dielekrizitäts-konstante</a:t>
          </a:r>
          <a:endParaRPr lang="de-DE" sz="1400"/>
        </a:p>
      </dgm:t>
    </dgm:pt>
    <dgm:pt modelId="{CC0F5109-26E8-4D27-8805-1DECD250E1A3}" type="parTrans" cxnId="{8C371E4D-DF62-44C1-9696-B626FAE8F27D}">
      <dgm:prSet/>
      <dgm:spPr/>
      <dgm:t>
        <a:bodyPr/>
        <a:lstStyle/>
        <a:p>
          <a:endParaRPr lang="de-DE" sz="4400"/>
        </a:p>
      </dgm:t>
    </dgm:pt>
    <dgm:pt modelId="{A9DD13F0-F8B0-4854-8E62-9E69F828A573}" type="sibTrans" cxnId="{8C371E4D-DF62-44C1-9696-B626FAE8F27D}">
      <dgm:prSet/>
      <dgm:spPr/>
      <dgm:t>
        <a:bodyPr/>
        <a:lstStyle/>
        <a:p>
          <a:endParaRPr lang="de-DE" sz="4400"/>
        </a:p>
      </dgm:t>
    </dgm:pt>
    <dgm:pt modelId="{607AA46D-2C64-44DD-8D51-C6DD2235B2A3}" type="pres">
      <dgm:prSet presAssocID="{779EAC84-9758-46BF-B25B-96F228E2FC8D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de-DE"/>
        </a:p>
      </dgm:t>
    </dgm:pt>
    <dgm:pt modelId="{634E86E0-A282-4A80-8EB1-EACCD7148F5C}" type="pres">
      <dgm:prSet presAssocID="{563CAAD4-5EAB-45EE-89A1-1C5A8831A10C}" presName="Accent1" presStyleCnt="0"/>
      <dgm:spPr/>
    </dgm:pt>
    <dgm:pt modelId="{3FD26F54-F9E6-44EC-A856-E55C5C3C1D98}" type="pres">
      <dgm:prSet presAssocID="{563CAAD4-5EAB-45EE-89A1-1C5A8831A10C}" presName="Accent" presStyleLbl="node1" presStyleIdx="0" presStyleCnt="2" custScaleX="125497"/>
      <dgm:spPr>
        <a:solidFill>
          <a:srgbClr val="FF0000"/>
        </a:solidFill>
      </dgm:spPr>
      <dgm:t>
        <a:bodyPr/>
        <a:lstStyle/>
        <a:p>
          <a:endParaRPr lang="de-DE"/>
        </a:p>
      </dgm:t>
    </dgm:pt>
    <dgm:pt modelId="{6B25B064-1F77-4AE9-9FCF-56857178542C}" type="pres">
      <dgm:prSet presAssocID="{563CAAD4-5EAB-45EE-89A1-1C5A8831A10C}" presName="Parent1" presStyleLbl="revTx" presStyleIdx="0" presStyleCnt="2" custScaleX="141848" custLinFactNeighborY="-1836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EA8FC03-04C5-4241-9855-E0BCB19F7E49}" type="pres">
      <dgm:prSet presAssocID="{CAA80479-E752-4AE2-B8CD-49A202928586}" presName="Accent2" presStyleCnt="0"/>
      <dgm:spPr/>
    </dgm:pt>
    <dgm:pt modelId="{DAA632DC-2F3E-49BE-8BAB-DDC7293D143B}" type="pres">
      <dgm:prSet presAssocID="{CAA80479-E752-4AE2-B8CD-49A202928586}" presName="Accent" presStyleLbl="node1" presStyleIdx="1" presStyleCnt="2" custScaleX="125497"/>
      <dgm:spPr>
        <a:solidFill>
          <a:srgbClr val="FF0000">
            <a:alpha val="60000"/>
          </a:srgbClr>
        </a:solidFill>
      </dgm:spPr>
      <dgm:t>
        <a:bodyPr/>
        <a:lstStyle/>
        <a:p>
          <a:endParaRPr lang="de-DE"/>
        </a:p>
      </dgm:t>
    </dgm:pt>
    <dgm:pt modelId="{AC7A898E-EC8F-44A1-9409-BA9ADA896A73}" type="pres">
      <dgm:prSet presAssocID="{CAA80479-E752-4AE2-B8CD-49A202928586}" presName="Parent2" presStyleLbl="revTx" presStyleIdx="1" presStyleCnt="2" custScaleX="141848" custLinFactNeighborY="-1224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00C41180-EA12-4DED-AC84-CD70978A0F64}" type="presOf" srcId="{CAA80479-E752-4AE2-B8CD-49A202928586}" destId="{AC7A898E-EC8F-44A1-9409-BA9ADA896A73}" srcOrd="0" destOrd="0" presId="urn:microsoft.com/office/officeart/2009/layout/CircleArrowProcess"/>
    <dgm:cxn modelId="{867C8A54-9332-4D75-AD91-B806EA020EFF}" srcId="{779EAC84-9758-46BF-B25B-96F228E2FC8D}" destId="{563CAAD4-5EAB-45EE-89A1-1C5A8831A10C}" srcOrd="0" destOrd="0" parTransId="{E4C5CCEF-AA57-428F-9BA8-AC618DD5BD49}" sibTransId="{994E112A-8BDF-408A-9712-660AA8E2E1D4}"/>
    <dgm:cxn modelId="{0B3AC20B-036A-4DFA-B454-78F6C5753D76}" type="presOf" srcId="{563CAAD4-5EAB-45EE-89A1-1C5A8831A10C}" destId="{6B25B064-1F77-4AE9-9FCF-56857178542C}" srcOrd="0" destOrd="0" presId="urn:microsoft.com/office/officeart/2009/layout/CircleArrowProcess"/>
    <dgm:cxn modelId="{060D7A2C-0F7E-4B06-8658-F71558E46501}" type="presOf" srcId="{779EAC84-9758-46BF-B25B-96F228E2FC8D}" destId="{607AA46D-2C64-44DD-8D51-C6DD2235B2A3}" srcOrd="0" destOrd="0" presId="urn:microsoft.com/office/officeart/2009/layout/CircleArrowProcess"/>
    <dgm:cxn modelId="{8C371E4D-DF62-44C1-9696-B626FAE8F27D}" srcId="{779EAC84-9758-46BF-B25B-96F228E2FC8D}" destId="{CAA80479-E752-4AE2-B8CD-49A202928586}" srcOrd="1" destOrd="0" parTransId="{CC0F5109-26E8-4D27-8805-1DECD250E1A3}" sibTransId="{A9DD13F0-F8B0-4854-8E62-9E69F828A573}"/>
    <dgm:cxn modelId="{C7958433-799C-4B62-8C4A-7995EE751041}" type="presParOf" srcId="{607AA46D-2C64-44DD-8D51-C6DD2235B2A3}" destId="{634E86E0-A282-4A80-8EB1-EACCD7148F5C}" srcOrd="0" destOrd="0" presId="urn:microsoft.com/office/officeart/2009/layout/CircleArrowProcess"/>
    <dgm:cxn modelId="{FA619D2C-1E7D-4E67-A89C-630AA0CF4319}" type="presParOf" srcId="{634E86E0-A282-4A80-8EB1-EACCD7148F5C}" destId="{3FD26F54-F9E6-44EC-A856-E55C5C3C1D98}" srcOrd="0" destOrd="0" presId="urn:microsoft.com/office/officeart/2009/layout/CircleArrowProcess"/>
    <dgm:cxn modelId="{6ABC9F28-367C-44BB-B727-F783660EA8C9}" type="presParOf" srcId="{607AA46D-2C64-44DD-8D51-C6DD2235B2A3}" destId="{6B25B064-1F77-4AE9-9FCF-56857178542C}" srcOrd="1" destOrd="0" presId="urn:microsoft.com/office/officeart/2009/layout/CircleArrowProcess"/>
    <dgm:cxn modelId="{10FEA710-E49C-49A3-8850-8B5002F7CE65}" type="presParOf" srcId="{607AA46D-2C64-44DD-8D51-C6DD2235B2A3}" destId="{6EA8FC03-04C5-4241-9855-E0BCB19F7E49}" srcOrd="2" destOrd="0" presId="urn:microsoft.com/office/officeart/2009/layout/CircleArrowProcess"/>
    <dgm:cxn modelId="{620A9873-0A4A-414F-B0E3-9AF59AF82FC3}" type="presParOf" srcId="{6EA8FC03-04C5-4241-9855-E0BCB19F7E49}" destId="{DAA632DC-2F3E-49BE-8BAB-DDC7293D143B}" srcOrd="0" destOrd="0" presId="urn:microsoft.com/office/officeart/2009/layout/CircleArrowProcess"/>
    <dgm:cxn modelId="{73E0DC72-94EE-4CE5-9B9A-10BB420C502D}" type="presParOf" srcId="{607AA46D-2C64-44DD-8D51-C6DD2235B2A3}" destId="{AC7A898E-EC8F-44A1-9409-BA9ADA896A73}" srcOrd="3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79EAC84-9758-46BF-B25B-96F228E2FC8D}" type="doc">
      <dgm:prSet loTypeId="urn:microsoft.com/office/officeart/2009/layout/CircleArrowProcess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de-DE"/>
        </a:p>
      </dgm:t>
    </dgm:pt>
    <dgm:pt modelId="{563CAAD4-5EAB-45EE-89A1-1C5A8831A10C}">
      <dgm:prSet phldrT="[Text]" custT="1"/>
      <dgm:spPr/>
      <dgm:t>
        <a:bodyPr/>
        <a:lstStyle/>
        <a:p>
          <a:r>
            <a:rPr lang="de-DE" sz="1400" smtClean="0"/>
            <a:t>Steigende relative Luftfeuchtigkeit</a:t>
          </a:r>
          <a:endParaRPr lang="de-DE" sz="1400"/>
        </a:p>
      </dgm:t>
    </dgm:pt>
    <dgm:pt modelId="{E4C5CCEF-AA57-428F-9BA8-AC618DD5BD49}" type="parTrans" cxnId="{867C8A54-9332-4D75-AD91-B806EA020EFF}">
      <dgm:prSet/>
      <dgm:spPr/>
      <dgm:t>
        <a:bodyPr/>
        <a:lstStyle/>
        <a:p>
          <a:endParaRPr lang="de-DE" sz="4400"/>
        </a:p>
      </dgm:t>
    </dgm:pt>
    <dgm:pt modelId="{994E112A-8BDF-408A-9712-660AA8E2E1D4}" type="sibTrans" cxnId="{867C8A54-9332-4D75-AD91-B806EA020EFF}">
      <dgm:prSet/>
      <dgm:spPr/>
      <dgm:t>
        <a:bodyPr/>
        <a:lstStyle/>
        <a:p>
          <a:endParaRPr lang="de-DE" sz="4400"/>
        </a:p>
      </dgm:t>
    </dgm:pt>
    <dgm:pt modelId="{CAA80479-E752-4AE2-B8CD-49A202928586}">
      <dgm:prSet phldrT="[Text]" custT="1"/>
      <dgm:spPr/>
      <dgm:t>
        <a:bodyPr/>
        <a:lstStyle/>
        <a:p>
          <a:r>
            <a:rPr lang="de-DE" sz="1400" smtClean="0"/>
            <a:t>Steigende Dielekrizitäts-konstante</a:t>
          </a:r>
          <a:endParaRPr lang="de-DE" sz="1400"/>
        </a:p>
      </dgm:t>
    </dgm:pt>
    <dgm:pt modelId="{CC0F5109-26E8-4D27-8805-1DECD250E1A3}" type="parTrans" cxnId="{8C371E4D-DF62-44C1-9696-B626FAE8F27D}">
      <dgm:prSet/>
      <dgm:spPr/>
      <dgm:t>
        <a:bodyPr/>
        <a:lstStyle/>
        <a:p>
          <a:endParaRPr lang="de-DE" sz="4400"/>
        </a:p>
      </dgm:t>
    </dgm:pt>
    <dgm:pt modelId="{A9DD13F0-F8B0-4854-8E62-9E69F828A573}" type="sibTrans" cxnId="{8C371E4D-DF62-44C1-9696-B626FAE8F27D}">
      <dgm:prSet/>
      <dgm:spPr/>
      <dgm:t>
        <a:bodyPr/>
        <a:lstStyle/>
        <a:p>
          <a:endParaRPr lang="de-DE" sz="4400"/>
        </a:p>
      </dgm:t>
    </dgm:pt>
    <dgm:pt modelId="{607AA46D-2C64-44DD-8D51-C6DD2235B2A3}" type="pres">
      <dgm:prSet presAssocID="{779EAC84-9758-46BF-B25B-96F228E2FC8D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de-DE"/>
        </a:p>
      </dgm:t>
    </dgm:pt>
    <dgm:pt modelId="{634E86E0-A282-4A80-8EB1-EACCD7148F5C}" type="pres">
      <dgm:prSet presAssocID="{563CAAD4-5EAB-45EE-89A1-1C5A8831A10C}" presName="Accent1" presStyleCnt="0"/>
      <dgm:spPr/>
    </dgm:pt>
    <dgm:pt modelId="{3FD26F54-F9E6-44EC-A856-E55C5C3C1D98}" type="pres">
      <dgm:prSet presAssocID="{563CAAD4-5EAB-45EE-89A1-1C5A8831A10C}" presName="Accent" presStyleLbl="node1" presStyleIdx="0" presStyleCnt="2" custScaleX="125497"/>
      <dgm:spPr>
        <a:solidFill>
          <a:srgbClr val="FF0000"/>
        </a:solidFill>
      </dgm:spPr>
      <dgm:t>
        <a:bodyPr/>
        <a:lstStyle/>
        <a:p>
          <a:endParaRPr lang="de-DE"/>
        </a:p>
      </dgm:t>
    </dgm:pt>
    <dgm:pt modelId="{6B25B064-1F77-4AE9-9FCF-56857178542C}" type="pres">
      <dgm:prSet presAssocID="{563CAAD4-5EAB-45EE-89A1-1C5A8831A10C}" presName="Parent1" presStyleLbl="revTx" presStyleIdx="0" presStyleCnt="2" custScaleX="141848" custLinFactNeighborY="-1836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EA8FC03-04C5-4241-9855-E0BCB19F7E49}" type="pres">
      <dgm:prSet presAssocID="{CAA80479-E752-4AE2-B8CD-49A202928586}" presName="Accent2" presStyleCnt="0"/>
      <dgm:spPr/>
    </dgm:pt>
    <dgm:pt modelId="{DAA632DC-2F3E-49BE-8BAB-DDC7293D143B}" type="pres">
      <dgm:prSet presAssocID="{CAA80479-E752-4AE2-B8CD-49A202928586}" presName="Accent" presStyleLbl="node1" presStyleIdx="1" presStyleCnt="2" custScaleX="125497"/>
      <dgm:spPr>
        <a:solidFill>
          <a:srgbClr val="FF0000">
            <a:alpha val="60000"/>
          </a:srgbClr>
        </a:solidFill>
      </dgm:spPr>
      <dgm:t>
        <a:bodyPr/>
        <a:lstStyle/>
        <a:p>
          <a:endParaRPr lang="de-DE"/>
        </a:p>
      </dgm:t>
    </dgm:pt>
    <dgm:pt modelId="{AC7A898E-EC8F-44A1-9409-BA9ADA896A73}" type="pres">
      <dgm:prSet presAssocID="{CAA80479-E752-4AE2-B8CD-49A202928586}" presName="Parent2" presStyleLbl="revTx" presStyleIdx="1" presStyleCnt="2" custScaleX="141848" custLinFactNeighborY="-1224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00C41180-EA12-4DED-AC84-CD70978A0F64}" type="presOf" srcId="{CAA80479-E752-4AE2-B8CD-49A202928586}" destId="{AC7A898E-EC8F-44A1-9409-BA9ADA896A73}" srcOrd="0" destOrd="0" presId="urn:microsoft.com/office/officeart/2009/layout/CircleArrowProcess"/>
    <dgm:cxn modelId="{867C8A54-9332-4D75-AD91-B806EA020EFF}" srcId="{779EAC84-9758-46BF-B25B-96F228E2FC8D}" destId="{563CAAD4-5EAB-45EE-89A1-1C5A8831A10C}" srcOrd="0" destOrd="0" parTransId="{E4C5CCEF-AA57-428F-9BA8-AC618DD5BD49}" sibTransId="{994E112A-8BDF-408A-9712-660AA8E2E1D4}"/>
    <dgm:cxn modelId="{0B3AC20B-036A-4DFA-B454-78F6C5753D76}" type="presOf" srcId="{563CAAD4-5EAB-45EE-89A1-1C5A8831A10C}" destId="{6B25B064-1F77-4AE9-9FCF-56857178542C}" srcOrd="0" destOrd="0" presId="urn:microsoft.com/office/officeart/2009/layout/CircleArrowProcess"/>
    <dgm:cxn modelId="{060D7A2C-0F7E-4B06-8658-F71558E46501}" type="presOf" srcId="{779EAC84-9758-46BF-B25B-96F228E2FC8D}" destId="{607AA46D-2C64-44DD-8D51-C6DD2235B2A3}" srcOrd="0" destOrd="0" presId="urn:microsoft.com/office/officeart/2009/layout/CircleArrowProcess"/>
    <dgm:cxn modelId="{8C371E4D-DF62-44C1-9696-B626FAE8F27D}" srcId="{779EAC84-9758-46BF-B25B-96F228E2FC8D}" destId="{CAA80479-E752-4AE2-B8CD-49A202928586}" srcOrd="1" destOrd="0" parTransId="{CC0F5109-26E8-4D27-8805-1DECD250E1A3}" sibTransId="{A9DD13F0-F8B0-4854-8E62-9E69F828A573}"/>
    <dgm:cxn modelId="{C7958433-799C-4B62-8C4A-7995EE751041}" type="presParOf" srcId="{607AA46D-2C64-44DD-8D51-C6DD2235B2A3}" destId="{634E86E0-A282-4A80-8EB1-EACCD7148F5C}" srcOrd="0" destOrd="0" presId="urn:microsoft.com/office/officeart/2009/layout/CircleArrowProcess"/>
    <dgm:cxn modelId="{FA619D2C-1E7D-4E67-A89C-630AA0CF4319}" type="presParOf" srcId="{634E86E0-A282-4A80-8EB1-EACCD7148F5C}" destId="{3FD26F54-F9E6-44EC-A856-E55C5C3C1D98}" srcOrd="0" destOrd="0" presId="urn:microsoft.com/office/officeart/2009/layout/CircleArrowProcess"/>
    <dgm:cxn modelId="{6ABC9F28-367C-44BB-B727-F783660EA8C9}" type="presParOf" srcId="{607AA46D-2C64-44DD-8D51-C6DD2235B2A3}" destId="{6B25B064-1F77-4AE9-9FCF-56857178542C}" srcOrd="1" destOrd="0" presId="urn:microsoft.com/office/officeart/2009/layout/CircleArrowProcess"/>
    <dgm:cxn modelId="{10FEA710-E49C-49A3-8850-8B5002F7CE65}" type="presParOf" srcId="{607AA46D-2C64-44DD-8D51-C6DD2235B2A3}" destId="{6EA8FC03-04C5-4241-9855-E0BCB19F7E49}" srcOrd="2" destOrd="0" presId="urn:microsoft.com/office/officeart/2009/layout/CircleArrowProcess"/>
    <dgm:cxn modelId="{620A9873-0A4A-414F-B0E3-9AF59AF82FC3}" type="presParOf" srcId="{6EA8FC03-04C5-4241-9855-E0BCB19F7E49}" destId="{DAA632DC-2F3E-49BE-8BAB-DDC7293D143B}" srcOrd="0" destOrd="0" presId="urn:microsoft.com/office/officeart/2009/layout/CircleArrowProcess"/>
    <dgm:cxn modelId="{73E0DC72-94EE-4CE5-9B9A-10BB420C502D}" type="presParOf" srcId="{607AA46D-2C64-44DD-8D51-C6DD2235B2A3}" destId="{AC7A898E-EC8F-44A1-9409-BA9ADA896A73}" srcOrd="3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79EAC84-9758-46BF-B25B-96F228E2FC8D}" type="doc">
      <dgm:prSet loTypeId="urn:microsoft.com/office/officeart/2009/layout/CircleArrowProcess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de-DE"/>
        </a:p>
      </dgm:t>
    </dgm:pt>
    <dgm:pt modelId="{563CAAD4-5EAB-45EE-89A1-1C5A8831A10C}">
      <dgm:prSet phldrT="[Text]" custT="1"/>
      <dgm:spPr/>
      <dgm:t>
        <a:bodyPr/>
        <a:lstStyle/>
        <a:p>
          <a:r>
            <a:rPr lang="de-DE" sz="1400" smtClean="0"/>
            <a:t>Steigende relative Luftfeuchtigkeit</a:t>
          </a:r>
          <a:endParaRPr lang="de-DE" sz="1400"/>
        </a:p>
      </dgm:t>
    </dgm:pt>
    <dgm:pt modelId="{E4C5CCEF-AA57-428F-9BA8-AC618DD5BD49}" type="parTrans" cxnId="{867C8A54-9332-4D75-AD91-B806EA020EFF}">
      <dgm:prSet/>
      <dgm:spPr/>
      <dgm:t>
        <a:bodyPr/>
        <a:lstStyle/>
        <a:p>
          <a:endParaRPr lang="de-DE" sz="4400"/>
        </a:p>
      </dgm:t>
    </dgm:pt>
    <dgm:pt modelId="{994E112A-8BDF-408A-9712-660AA8E2E1D4}" type="sibTrans" cxnId="{867C8A54-9332-4D75-AD91-B806EA020EFF}">
      <dgm:prSet/>
      <dgm:spPr/>
      <dgm:t>
        <a:bodyPr/>
        <a:lstStyle/>
        <a:p>
          <a:endParaRPr lang="de-DE" sz="4400"/>
        </a:p>
      </dgm:t>
    </dgm:pt>
    <dgm:pt modelId="{CAA80479-E752-4AE2-B8CD-49A202928586}">
      <dgm:prSet phldrT="[Text]" custT="1"/>
      <dgm:spPr/>
      <dgm:t>
        <a:bodyPr/>
        <a:lstStyle/>
        <a:p>
          <a:r>
            <a:rPr lang="de-DE" sz="1400" smtClean="0"/>
            <a:t>Steigende Dielekrizitäts-konstante</a:t>
          </a:r>
          <a:endParaRPr lang="de-DE" sz="1400"/>
        </a:p>
      </dgm:t>
    </dgm:pt>
    <dgm:pt modelId="{CC0F5109-26E8-4D27-8805-1DECD250E1A3}" type="parTrans" cxnId="{8C371E4D-DF62-44C1-9696-B626FAE8F27D}">
      <dgm:prSet/>
      <dgm:spPr/>
      <dgm:t>
        <a:bodyPr/>
        <a:lstStyle/>
        <a:p>
          <a:endParaRPr lang="de-DE" sz="4400"/>
        </a:p>
      </dgm:t>
    </dgm:pt>
    <dgm:pt modelId="{A9DD13F0-F8B0-4854-8E62-9E69F828A573}" type="sibTrans" cxnId="{8C371E4D-DF62-44C1-9696-B626FAE8F27D}">
      <dgm:prSet/>
      <dgm:spPr/>
      <dgm:t>
        <a:bodyPr/>
        <a:lstStyle/>
        <a:p>
          <a:endParaRPr lang="de-DE" sz="4400"/>
        </a:p>
      </dgm:t>
    </dgm:pt>
    <dgm:pt modelId="{9B664562-6970-4A42-8C20-68D31CD07A17}">
      <dgm:prSet phldrT="[Text]" custT="1"/>
      <dgm:spPr/>
      <dgm:t>
        <a:bodyPr/>
        <a:lstStyle/>
        <a:p>
          <a:r>
            <a:rPr lang="de-DE" sz="1400" smtClean="0"/>
            <a:t>Sinkende Feldstärke</a:t>
          </a:r>
          <a:endParaRPr lang="de-DE" sz="1400"/>
        </a:p>
      </dgm:t>
    </dgm:pt>
    <dgm:pt modelId="{9514303E-7748-41DA-A05E-E27A96BFC43A}" type="parTrans" cxnId="{DEBB59AB-9632-430A-BE2D-FF139BDE4577}">
      <dgm:prSet/>
      <dgm:spPr/>
      <dgm:t>
        <a:bodyPr/>
        <a:lstStyle/>
        <a:p>
          <a:endParaRPr lang="de-DE" sz="4400"/>
        </a:p>
      </dgm:t>
    </dgm:pt>
    <dgm:pt modelId="{D4B693FD-784A-493B-A1CE-F8FFF008579B}" type="sibTrans" cxnId="{DEBB59AB-9632-430A-BE2D-FF139BDE4577}">
      <dgm:prSet/>
      <dgm:spPr/>
      <dgm:t>
        <a:bodyPr/>
        <a:lstStyle/>
        <a:p>
          <a:endParaRPr lang="de-DE" sz="4400"/>
        </a:p>
      </dgm:t>
    </dgm:pt>
    <dgm:pt modelId="{607AA46D-2C64-44DD-8D51-C6DD2235B2A3}" type="pres">
      <dgm:prSet presAssocID="{779EAC84-9758-46BF-B25B-96F228E2FC8D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de-DE"/>
        </a:p>
      </dgm:t>
    </dgm:pt>
    <dgm:pt modelId="{634E86E0-A282-4A80-8EB1-EACCD7148F5C}" type="pres">
      <dgm:prSet presAssocID="{563CAAD4-5EAB-45EE-89A1-1C5A8831A10C}" presName="Accent1" presStyleCnt="0"/>
      <dgm:spPr/>
    </dgm:pt>
    <dgm:pt modelId="{3FD26F54-F9E6-44EC-A856-E55C5C3C1D98}" type="pres">
      <dgm:prSet presAssocID="{563CAAD4-5EAB-45EE-89A1-1C5A8831A10C}" presName="Accent" presStyleLbl="node1" presStyleIdx="0" presStyleCnt="3" custScaleX="125497"/>
      <dgm:spPr>
        <a:solidFill>
          <a:srgbClr val="FF0000"/>
        </a:solidFill>
      </dgm:spPr>
      <dgm:t>
        <a:bodyPr/>
        <a:lstStyle/>
        <a:p>
          <a:endParaRPr lang="de-DE"/>
        </a:p>
      </dgm:t>
    </dgm:pt>
    <dgm:pt modelId="{6B25B064-1F77-4AE9-9FCF-56857178542C}" type="pres">
      <dgm:prSet presAssocID="{563CAAD4-5EAB-45EE-89A1-1C5A8831A10C}" presName="Parent1" presStyleLbl="revTx" presStyleIdx="0" presStyleCnt="3" custScaleX="141848" custLinFactNeighborY="-1836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EA8FC03-04C5-4241-9855-E0BCB19F7E49}" type="pres">
      <dgm:prSet presAssocID="{CAA80479-E752-4AE2-B8CD-49A202928586}" presName="Accent2" presStyleCnt="0"/>
      <dgm:spPr/>
    </dgm:pt>
    <dgm:pt modelId="{DAA632DC-2F3E-49BE-8BAB-DDC7293D143B}" type="pres">
      <dgm:prSet presAssocID="{CAA80479-E752-4AE2-B8CD-49A202928586}" presName="Accent" presStyleLbl="node1" presStyleIdx="1" presStyleCnt="3" custScaleX="125497"/>
      <dgm:spPr>
        <a:solidFill>
          <a:srgbClr val="FF0000">
            <a:alpha val="60000"/>
          </a:srgbClr>
        </a:solidFill>
      </dgm:spPr>
      <dgm:t>
        <a:bodyPr/>
        <a:lstStyle/>
        <a:p>
          <a:endParaRPr lang="de-DE"/>
        </a:p>
      </dgm:t>
    </dgm:pt>
    <dgm:pt modelId="{AC7A898E-EC8F-44A1-9409-BA9ADA896A73}" type="pres">
      <dgm:prSet presAssocID="{CAA80479-E752-4AE2-B8CD-49A202928586}" presName="Parent2" presStyleLbl="revTx" presStyleIdx="1" presStyleCnt="3" custScaleX="141848" custLinFactNeighborY="-1224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EF8C3A8-F964-45D7-A70B-F16EAB499ABC}" type="pres">
      <dgm:prSet presAssocID="{9B664562-6970-4A42-8C20-68D31CD07A17}" presName="Accent3" presStyleCnt="0"/>
      <dgm:spPr/>
    </dgm:pt>
    <dgm:pt modelId="{D6A446EE-1AA2-433E-ACCC-3004763890A4}" type="pres">
      <dgm:prSet presAssocID="{9B664562-6970-4A42-8C20-68D31CD07A17}" presName="Accent" presStyleLbl="node1" presStyleIdx="2" presStyleCnt="3" custScaleX="125497"/>
      <dgm:spPr>
        <a:solidFill>
          <a:srgbClr val="ED7613"/>
        </a:solidFill>
      </dgm:spPr>
      <dgm:t>
        <a:bodyPr/>
        <a:lstStyle/>
        <a:p>
          <a:endParaRPr lang="de-DE"/>
        </a:p>
      </dgm:t>
    </dgm:pt>
    <dgm:pt modelId="{862C6D56-0F2B-4FDC-A6A6-B4A5DA98488B}" type="pres">
      <dgm:prSet presAssocID="{9B664562-6970-4A42-8C20-68D31CD07A17}" presName="Parent3" presStyleLbl="revTx" presStyleIdx="2" presStyleCnt="3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867C8A54-9332-4D75-AD91-B806EA020EFF}" srcId="{779EAC84-9758-46BF-B25B-96F228E2FC8D}" destId="{563CAAD4-5EAB-45EE-89A1-1C5A8831A10C}" srcOrd="0" destOrd="0" parTransId="{E4C5CCEF-AA57-428F-9BA8-AC618DD5BD49}" sibTransId="{994E112A-8BDF-408A-9712-660AA8E2E1D4}"/>
    <dgm:cxn modelId="{00C41180-EA12-4DED-AC84-CD70978A0F64}" type="presOf" srcId="{CAA80479-E752-4AE2-B8CD-49A202928586}" destId="{AC7A898E-EC8F-44A1-9409-BA9ADA896A73}" srcOrd="0" destOrd="0" presId="urn:microsoft.com/office/officeart/2009/layout/CircleArrowProcess"/>
    <dgm:cxn modelId="{060D7A2C-0F7E-4B06-8658-F71558E46501}" type="presOf" srcId="{779EAC84-9758-46BF-B25B-96F228E2FC8D}" destId="{607AA46D-2C64-44DD-8D51-C6DD2235B2A3}" srcOrd="0" destOrd="0" presId="urn:microsoft.com/office/officeart/2009/layout/CircleArrowProcess"/>
    <dgm:cxn modelId="{8C371E4D-DF62-44C1-9696-B626FAE8F27D}" srcId="{779EAC84-9758-46BF-B25B-96F228E2FC8D}" destId="{CAA80479-E752-4AE2-B8CD-49A202928586}" srcOrd="1" destOrd="0" parTransId="{CC0F5109-26E8-4D27-8805-1DECD250E1A3}" sibTransId="{A9DD13F0-F8B0-4854-8E62-9E69F828A573}"/>
    <dgm:cxn modelId="{0B3AC20B-036A-4DFA-B454-78F6C5753D76}" type="presOf" srcId="{563CAAD4-5EAB-45EE-89A1-1C5A8831A10C}" destId="{6B25B064-1F77-4AE9-9FCF-56857178542C}" srcOrd="0" destOrd="0" presId="urn:microsoft.com/office/officeart/2009/layout/CircleArrowProcess"/>
    <dgm:cxn modelId="{33BC08AB-B2A7-42E0-A80E-0A1551FBF7E9}" type="presOf" srcId="{9B664562-6970-4A42-8C20-68D31CD07A17}" destId="{862C6D56-0F2B-4FDC-A6A6-B4A5DA98488B}" srcOrd="0" destOrd="0" presId="urn:microsoft.com/office/officeart/2009/layout/CircleArrowProcess"/>
    <dgm:cxn modelId="{DEBB59AB-9632-430A-BE2D-FF139BDE4577}" srcId="{779EAC84-9758-46BF-B25B-96F228E2FC8D}" destId="{9B664562-6970-4A42-8C20-68D31CD07A17}" srcOrd="2" destOrd="0" parTransId="{9514303E-7748-41DA-A05E-E27A96BFC43A}" sibTransId="{D4B693FD-784A-493B-A1CE-F8FFF008579B}"/>
    <dgm:cxn modelId="{C7958433-799C-4B62-8C4A-7995EE751041}" type="presParOf" srcId="{607AA46D-2C64-44DD-8D51-C6DD2235B2A3}" destId="{634E86E0-A282-4A80-8EB1-EACCD7148F5C}" srcOrd="0" destOrd="0" presId="urn:microsoft.com/office/officeart/2009/layout/CircleArrowProcess"/>
    <dgm:cxn modelId="{FA619D2C-1E7D-4E67-A89C-630AA0CF4319}" type="presParOf" srcId="{634E86E0-A282-4A80-8EB1-EACCD7148F5C}" destId="{3FD26F54-F9E6-44EC-A856-E55C5C3C1D98}" srcOrd="0" destOrd="0" presId="urn:microsoft.com/office/officeart/2009/layout/CircleArrowProcess"/>
    <dgm:cxn modelId="{6ABC9F28-367C-44BB-B727-F783660EA8C9}" type="presParOf" srcId="{607AA46D-2C64-44DD-8D51-C6DD2235B2A3}" destId="{6B25B064-1F77-4AE9-9FCF-56857178542C}" srcOrd="1" destOrd="0" presId="urn:microsoft.com/office/officeart/2009/layout/CircleArrowProcess"/>
    <dgm:cxn modelId="{10FEA710-E49C-49A3-8850-8B5002F7CE65}" type="presParOf" srcId="{607AA46D-2C64-44DD-8D51-C6DD2235B2A3}" destId="{6EA8FC03-04C5-4241-9855-E0BCB19F7E49}" srcOrd="2" destOrd="0" presId="urn:microsoft.com/office/officeart/2009/layout/CircleArrowProcess"/>
    <dgm:cxn modelId="{620A9873-0A4A-414F-B0E3-9AF59AF82FC3}" type="presParOf" srcId="{6EA8FC03-04C5-4241-9855-E0BCB19F7E49}" destId="{DAA632DC-2F3E-49BE-8BAB-DDC7293D143B}" srcOrd="0" destOrd="0" presId="urn:microsoft.com/office/officeart/2009/layout/CircleArrowProcess"/>
    <dgm:cxn modelId="{73E0DC72-94EE-4CE5-9B9A-10BB420C502D}" type="presParOf" srcId="{607AA46D-2C64-44DD-8D51-C6DD2235B2A3}" destId="{AC7A898E-EC8F-44A1-9409-BA9ADA896A73}" srcOrd="3" destOrd="0" presId="urn:microsoft.com/office/officeart/2009/layout/CircleArrowProcess"/>
    <dgm:cxn modelId="{E5B2A2D7-811E-4DE4-8C07-D8048961F139}" type="presParOf" srcId="{607AA46D-2C64-44DD-8D51-C6DD2235B2A3}" destId="{2EF8C3A8-F964-45D7-A70B-F16EAB499ABC}" srcOrd="4" destOrd="0" presId="urn:microsoft.com/office/officeart/2009/layout/CircleArrowProcess"/>
    <dgm:cxn modelId="{9837EDD4-7BB2-4B27-8E02-2C4E27534379}" type="presParOf" srcId="{2EF8C3A8-F964-45D7-A70B-F16EAB499ABC}" destId="{D6A446EE-1AA2-433E-ACCC-3004763890A4}" srcOrd="0" destOrd="0" presId="urn:microsoft.com/office/officeart/2009/layout/CircleArrowProcess"/>
    <dgm:cxn modelId="{E31F0BFC-3A4E-4E08-AFDC-6C9A0F3D90A8}" type="presParOf" srcId="{607AA46D-2C64-44DD-8D51-C6DD2235B2A3}" destId="{862C6D56-0F2B-4FDC-A6A6-B4A5DA98488B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79EAC84-9758-46BF-B25B-96F228E2FC8D}" type="doc">
      <dgm:prSet loTypeId="urn:microsoft.com/office/officeart/2009/layout/CircleArrowProcess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de-DE"/>
        </a:p>
      </dgm:t>
    </dgm:pt>
    <dgm:pt modelId="{563CAAD4-5EAB-45EE-89A1-1C5A8831A10C}">
      <dgm:prSet phldrT="[Text]" custT="1"/>
      <dgm:spPr/>
      <dgm:t>
        <a:bodyPr/>
        <a:lstStyle/>
        <a:p>
          <a:r>
            <a:rPr lang="de-DE" sz="1400" smtClean="0"/>
            <a:t>Steigende relative Luftfeuchtigkeit</a:t>
          </a:r>
          <a:endParaRPr lang="de-DE" sz="1400"/>
        </a:p>
      </dgm:t>
    </dgm:pt>
    <dgm:pt modelId="{E4C5CCEF-AA57-428F-9BA8-AC618DD5BD49}" type="parTrans" cxnId="{867C8A54-9332-4D75-AD91-B806EA020EFF}">
      <dgm:prSet/>
      <dgm:spPr/>
      <dgm:t>
        <a:bodyPr/>
        <a:lstStyle/>
        <a:p>
          <a:endParaRPr lang="de-DE" sz="4400"/>
        </a:p>
      </dgm:t>
    </dgm:pt>
    <dgm:pt modelId="{994E112A-8BDF-408A-9712-660AA8E2E1D4}" type="sibTrans" cxnId="{867C8A54-9332-4D75-AD91-B806EA020EFF}">
      <dgm:prSet/>
      <dgm:spPr/>
      <dgm:t>
        <a:bodyPr/>
        <a:lstStyle/>
        <a:p>
          <a:endParaRPr lang="de-DE" sz="4400"/>
        </a:p>
      </dgm:t>
    </dgm:pt>
    <dgm:pt modelId="{CAA80479-E752-4AE2-B8CD-49A202928586}">
      <dgm:prSet phldrT="[Text]" custT="1"/>
      <dgm:spPr/>
      <dgm:t>
        <a:bodyPr/>
        <a:lstStyle/>
        <a:p>
          <a:r>
            <a:rPr lang="de-DE" sz="1400" smtClean="0"/>
            <a:t>Steigende Dielekrizitäts-konstante</a:t>
          </a:r>
          <a:endParaRPr lang="de-DE" sz="1400"/>
        </a:p>
      </dgm:t>
    </dgm:pt>
    <dgm:pt modelId="{CC0F5109-26E8-4D27-8805-1DECD250E1A3}" type="parTrans" cxnId="{8C371E4D-DF62-44C1-9696-B626FAE8F27D}">
      <dgm:prSet/>
      <dgm:spPr/>
      <dgm:t>
        <a:bodyPr/>
        <a:lstStyle/>
        <a:p>
          <a:endParaRPr lang="de-DE" sz="4400"/>
        </a:p>
      </dgm:t>
    </dgm:pt>
    <dgm:pt modelId="{A9DD13F0-F8B0-4854-8E62-9E69F828A573}" type="sibTrans" cxnId="{8C371E4D-DF62-44C1-9696-B626FAE8F27D}">
      <dgm:prSet/>
      <dgm:spPr/>
      <dgm:t>
        <a:bodyPr/>
        <a:lstStyle/>
        <a:p>
          <a:endParaRPr lang="de-DE" sz="4400"/>
        </a:p>
      </dgm:t>
    </dgm:pt>
    <dgm:pt modelId="{9B664562-6970-4A42-8C20-68D31CD07A17}">
      <dgm:prSet phldrT="[Text]" custT="1"/>
      <dgm:spPr/>
      <dgm:t>
        <a:bodyPr/>
        <a:lstStyle/>
        <a:p>
          <a:r>
            <a:rPr lang="de-DE" sz="1400" smtClean="0"/>
            <a:t>Sinkende Feldstärke</a:t>
          </a:r>
          <a:endParaRPr lang="de-DE" sz="1400"/>
        </a:p>
      </dgm:t>
    </dgm:pt>
    <dgm:pt modelId="{9514303E-7748-41DA-A05E-E27A96BFC43A}" type="parTrans" cxnId="{DEBB59AB-9632-430A-BE2D-FF139BDE4577}">
      <dgm:prSet/>
      <dgm:spPr/>
      <dgm:t>
        <a:bodyPr/>
        <a:lstStyle/>
        <a:p>
          <a:endParaRPr lang="de-DE" sz="4400"/>
        </a:p>
      </dgm:t>
    </dgm:pt>
    <dgm:pt modelId="{D4B693FD-784A-493B-A1CE-F8FFF008579B}" type="sibTrans" cxnId="{DEBB59AB-9632-430A-BE2D-FF139BDE4577}">
      <dgm:prSet/>
      <dgm:spPr/>
      <dgm:t>
        <a:bodyPr/>
        <a:lstStyle/>
        <a:p>
          <a:endParaRPr lang="de-DE" sz="4400"/>
        </a:p>
      </dgm:t>
    </dgm:pt>
    <dgm:pt modelId="{607AA46D-2C64-44DD-8D51-C6DD2235B2A3}" type="pres">
      <dgm:prSet presAssocID="{779EAC84-9758-46BF-B25B-96F228E2FC8D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de-DE"/>
        </a:p>
      </dgm:t>
    </dgm:pt>
    <dgm:pt modelId="{634E86E0-A282-4A80-8EB1-EACCD7148F5C}" type="pres">
      <dgm:prSet presAssocID="{563CAAD4-5EAB-45EE-89A1-1C5A8831A10C}" presName="Accent1" presStyleCnt="0"/>
      <dgm:spPr/>
    </dgm:pt>
    <dgm:pt modelId="{3FD26F54-F9E6-44EC-A856-E55C5C3C1D98}" type="pres">
      <dgm:prSet presAssocID="{563CAAD4-5EAB-45EE-89A1-1C5A8831A10C}" presName="Accent" presStyleLbl="node1" presStyleIdx="0" presStyleCnt="3" custScaleX="125497"/>
      <dgm:spPr>
        <a:solidFill>
          <a:srgbClr val="FF0000"/>
        </a:solidFill>
      </dgm:spPr>
      <dgm:t>
        <a:bodyPr/>
        <a:lstStyle/>
        <a:p>
          <a:endParaRPr lang="de-DE"/>
        </a:p>
      </dgm:t>
    </dgm:pt>
    <dgm:pt modelId="{6B25B064-1F77-4AE9-9FCF-56857178542C}" type="pres">
      <dgm:prSet presAssocID="{563CAAD4-5EAB-45EE-89A1-1C5A8831A10C}" presName="Parent1" presStyleLbl="revTx" presStyleIdx="0" presStyleCnt="3" custScaleX="141848" custLinFactNeighborY="-1836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EA8FC03-04C5-4241-9855-E0BCB19F7E49}" type="pres">
      <dgm:prSet presAssocID="{CAA80479-E752-4AE2-B8CD-49A202928586}" presName="Accent2" presStyleCnt="0"/>
      <dgm:spPr/>
    </dgm:pt>
    <dgm:pt modelId="{DAA632DC-2F3E-49BE-8BAB-DDC7293D143B}" type="pres">
      <dgm:prSet presAssocID="{CAA80479-E752-4AE2-B8CD-49A202928586}" presName="Accent" presStyleLbl="node1" presStyleIdx="1" presStyleCnt="3" custScaleX="125497"/>
      <dgm:spPr>
        <a:solidFill>
          <a:srgbClr val="FF0000">
            <a:alpha val="60000"/>
          </a:srgbClr>
        </a:solidFill>
      </dgm:spPr>
      <dgm:t>
        <a:bodyPr/>
        <a:lstStyle/>
        <a:p>
          <a:endParaRPr lang="de-DE"/>
        </a:p>
      </dgm:t>
    </dgm:pt>
    <dgm:pt modelId="{AC7A898E-EC8F-44A1-9409-BA9ADA896A73}" type="pres">
      <dgm:prSet presAssocID="{CAA80479-E752-4AE2-B8CD-49A202928586}" presName="Parent2" presStyleLbl="revTx" presStyleIdx="1" presStyleCnt="3" custScaleX="141848" custLinFactNeighborY="-1224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EF8C3A8-F964-45D7-A70B-F16EAB499ABC}" type="pres">
      <dgm:prSet presAssocID="{9B664562-6970-4A42-8C20-68D31CD07A17}" presName="Accent3" presStyleCnt="0"/>
      <dgm:spPr/>
    </dgm:pt>
    <dgm:pt modelId="{D6A446EE-1AA2-433E-ACCC-3004763890A4}" type="pres">
      <dgm:prSet presAssocID="{9B664562-6970-4A42-8C20-68D31CD07A17}" presName="Accent" presStyleLbl="node1" presStyleIdx="2" presStyleCnt="3" custScaleX="125497"/>
      <dgm:spPr>
        <a:solidFill>
          <a:srgbClr val="ED7613"/>
        </a:solidFill>
      </dgm:spPr>
      <dgm:t>
        <a:bodyPr/>
        <a:lstStyle/>
        <a:p>
          <a:endParaRPr lang="de-DE"/>
        </a:p>
      </dgm:t>
    </dgm:pt>
    <dgm:pt modelId="{862C6D56-0F2B-4FDC-A6A6-B4A5DA98488B}" type="pres">
      <dgm:prSet presAssocID="{9B664562-6970-4A42-8C20-68D31CD07A17}" presName="Parent3" presStyleLbl="revTx" presStyleIdx="2" presStyleCnt="3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867C8A54-9332-4D75-AD91-B806EA020EFF}" srcId="{779EAC84-9758-46BF-B25B-96F228E2FC8D}" destId="{563CAAD4-5EAB-45EE-89A1-1C5A8831A10C}" srcOrd="0" destOrd="0" parTransId="{E4C5CCEF-AA57-428F-9BA8-AC618DD5BD49}" sibTransId="{994E112A-8BDF-408A-9712-660AA8E2E1D4}"/>
    <dgm:cxn modelId="{00C41180-EA12-4DED-AC84-CD70978A0F64}" type="presOf" srcId="{CAA80479-E752-4AE2-B8CD-49A202928586}" destId="{AC7A898E-EC8F-44A1-9409-BA9ADA896A73}" srcOrd="0" destOrd="0" presId="urn:microsoft.com/office/officeart/2009/layout/CircleArrowProcess"/>
    <dgm:cxn modelId="{060D7A2C-0F7E-4B06-8658-F71558E46501}" type="presOf" srcId="{779EAC84-9758-46BF-B25B-96F228E2FC8D}" destId="{607AA46D-2C64-44DD-8D51-C6DD2235B2A3}" srcOrd="0" destOrd="0" presId="urn:microsoft.com/office/officeart/2009/layout/CircleArrowProcess"/>
    <dgm:cxn modelId="{8C371E4D-DF62-44C1-9696-B626FAE8F27D}" srcId="{779EAC84-9758-46BF-B25B-96F228E2FC8D}" destId="{CAA80479-E752-4AE2-B8CD-49A202928586}" srcOrd="1" destOrd="0" parTransId="{CC0F5109-26E8-4D27-8805-1DECD250E1A3}" sibTransId="{A9DD13F0-F8B0-4854-8E62-9E69F828A573}"/>
    <dgm:cxn modelId="{0B3AC20B-036A-4DFA-B454-78F6C5753D76}" type="presOf" srcId="{563CAAD4-5EAB-45EE-89A1-1C5A8831A10C}" destId="{6B25B064-1F77-4AE9-9FCF-56857178542C}" srcOrd="0" destOrd="0" presId="urn:microsoft.com/office/officeart/2009/layout/CircleArrowProcess"/>
    <dgm:cxn modelId="{33BC08AB-B2A7-42E0-A80E-0A1551FBF7E9}" type="presOf" srcId="{9B664562-6970-4A42-8C20-68D31CD07A17}" destId="{862C6D56-0F2B-4FDC-A6A6-B4A5DA98488B}" srcOrd="0" destOrd="0" presId="urn:microsoft.com/office/officeart/2009/layout/CircleArrowProcess"/>
    <dgm:cxn modelId="{DEBB59AB-9632-430A-BE2D-FF139BDE4577}" srcId="{779EAC84-9758-46BF-B25B-96F228E2FC8D}" destId="{9B664562-6970-4A42-8C20-68D31CD07A17}" srcOrd="2" destOrd="0" parTransId="{9514303E-7748-41DA-A05E-E27A96BFC43A}" sibTransId="{D4B693FD-784A-493B-A1CE-F8FFF008579B}"/>
    <dgm:cxn modelId="{C7958433-799C-4B62-8C4A-7995EE751041}" type="presParOf" srcId="{607AA46D-2C64-44DD-8D51-C6DD2235B2A3}" destId="{634E86E0-A282-4A80-8EB1-EACCD7148F5C}" srcOrd="0" destOrd="0" presId="urn:microsoft.com/office/officeart/2009/layout/CircleArrowProcess"/>
    <dgm:cxn modelId="{FA619D2C-1E7D-4E67-A89C-630AA0CF4319}" type="presParOf" srcId="{634E86E0-A282-4A80-8EB1-EACCD7148F5C}" destId="{3FD26F54-F9E6-44EC-A856-E55C5C3C1D98}" srcOrd="0" destOrd="0" presId="urn:microsoft.com/office/officeart/2009/layout/CircleArrowProcess"/>
    <dgm:cxn modelId="{6ABC9F28-367C-44BB-B727-F783660EA8C9}" type="presParOf" srcId="{607AA46D-2C64-44DD-8D51-C6DD2235B2A3}" destId="{6B25B064-1F77-4AE9-9FCF-56857178542C}" srcOrd="1" destOrd="0" presId="urn:microsoft.com/office/officeart/2009/layout/CircleArrowProcess"/>
    <dgm:cxn modelId="{10FEA710-E49C-49A3-8850-8B5002F7CE65}" type="presParOf" srcId="{607AA46D-2C64-44DD-8D51-C6DD2235B2A3}" destId="{6EA8FC03-04C5-4241-9855-E0BCB19F7E49}" srcOrd="2" destOrd="0" presId="urn:microsoft.com/office/officeart/2009/layout/CircleArrowProcess"/>
    <dgm:cxn modelId="{620A9873-0A4A-414F-B0E3-9AF59AF82FC3}" type="presParOf" srcId="{6EA8FC03-04C5-4241-9855-E0BCB19F7E49}" destId="{DAA632DC-2F3E-49BE-8BAB-DDC7293D143B}" srcOrd="0" destOrd="0" presId="urn:microsoft.com/office/officeart/2009/layout/CircleArrowProcess"/>
    <dgm:cxn modelId="{73E0DC72-94EE-4CE5-9B9A-10BB420C502D}" type="presParOf" srcId="{607AA46D-2C64-44DD-8D51-C6DD2235B2A3}" destId="{AC7A898E-EC8F-44A1-9409-BA9ADA896A73}" srcOrd="3" destOrd="0" presId="urn:microsoft.com/office/officeart/2009/layout/CircleArrowProcess"/>
    <dgm:cxn modelId="{E5B2A2D7-811E-4DE4-8C07-D8048961F139}" type="presParOf" srcId="{607AA46D-2C64-44DD-8D51-C6DD2235B2A3}" destId="{2EF8C3A8-F964-45D7-A70B-F16EAB499ABC}" srcOrd="4" destOrd="0" presId="urn:microsoft.com/office/officeart/2009/layout/CircleArrowProcess"/>
    <dgm:cxn modelId="{9837EDD4-7BB2-4B27-8E02-2C4E27534379}" type="presParOf" srcId="{2EF8C3A8-F964-45D7-A70B-F16EAB499ABC}" destId="{D6A446EE-1AA2-433E-ACCC-3004763890A4}" srcOrd="0" destOrd="0" presId="urn:microsoft.com/office/officeart/2009/layout/CircleArrowProcess"/>
    <dgm:cxn modelId="{E31F0BFC-3A4E-4E08-AFDC-6C9A0F3D90A8}" type="presParOf" srcId="{607AA46D-2C64-44DD-8D51-C6DD2235B2A3}" destId="{862C6D56-0F2B-4FDC-A6A6-B4A5DA98488B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79EAC84-9758-46BF-B25B-96F228E2FC8D}" type="doc">
      <dgm:prSet loTypeId="urn:microsoft.com/office/officeart/2009/layout/CircleArrowProcess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de-DE"/>
        </a:p>
      </dgm:t>
    </dgm:pt>
    <dgm:pt modelId="{563CAAD4-5EAB-45EE-89A1-1C5A8831A10C}">
      <dgm:prSet phldrT="[Text]" custT="1"/>
      <dgm:spPr/>
      <dgm:t>
        <a:bodyPr/>
        <a:lstStyle/>
        <a:p>
          <a:r>
            <a:rPr lang="de-DE" sz="1400" smtClean="0"/>
            <a:t>Steigende relative Luftfeuchtigkeit</a:t>
          </a:r>
          <a:endParaRPr lang="de-DE" sz="1400"/>
        </a:p>
      </dgm:t>
    </dgm:pt>
    <dgm:pt modelId="{E4C5CCEF-AA57-428F-9BA8-AC618DD5BD49}" type="parTrans" cxnId="{867C8A54-9332-4D75-AD91-B806EA020EFF}">
      <dgm:prSet/>
      <dgm:spPr/>
      <dgm:t>
        <a:bodyPr/>
        <a:lstStyle/>
        <a:p>
          <a:endParaRPr lang="de-DE" sz="4400"/>
        </a:p>
      </dgm:t>
    </dgm:pt>
    <dgm:pt modelId="{994E112A-8BDF-408A-9712-660AA8E2E1D4}" type="sibTrans" cxnId="{867C8A54-9332-4D75-AD91-B806EA020EFF}">
      <dgm:prSet/>
      <dgm:spPr/>
      <dgm:t>
        <a:bodyPr/>
        <a:lstStyle/>
        <a:p>
          <a:endParaRPr lang="de-DE" sz="4400"/>
        </a:p>
      </dgm:t>
    </dgm:pt>
    <dgm:pt modelId="{CAA80479-E752-4AE2-B8CD-49A202928586}">
      <dgm:prSet phldrT="[Text]" custT="1"/>
      <dgm:spPr/>
      <dgm:t>
        <a:bodyPr/>
        <a:lstStyle/>
        <a:p>
          <a:r>
            <a:rPr lang="de-DE" sz="1400" smtClean="0"/>
            <a:t>Steigende Dielekrizitäts-konstante</a:t>
          </a:r>
          <a:endParaRPr lang="de-DE" sz="1400"/>
        </a:p>
      </dgm:t>
    </dgm:pt>
    <dgm:pt modelId="{CC0F5109-26E8-4D27-8805-1DECD250E1A3}" type="parTrans" cxnId="{8C371E4D-DF62-44C1-9696-B626FAE8F27D}">
      <dgm:prSet/>
      <dgm:spPr/>
      <dgm:t>
        <a:bodyPr/>
        <a:lstStyle/>
        <a:p>
          <a:endParaRPr lang="de-DE" sz="4400"/>
        </a:p>
      </dgm:t>
    </dgm:pt>
    <dgm:pt modelId="{A9DD13F0-F8B0-4854-8E62-9E69F828A573}" type="sibTrans" cxnId="{8C371E4D-DF62-44C1-9696-B626FAE8F27D}">
      <dgm:prSet/>
      <dgm:spPr/>
      <dgm:t>
        <a:bodyPr/>
        <a:lstStyle/>
        <a:p>
          <a:endParaRPr lang="de-DE" sz="4400"/>
        </a:p>
      </dgm:t>
    </dgm:pt>
    <dgm:pt modelId="{9B664562-6970-4A42-8C20-68D31CD07A17}">
      <dgm:prSet phldrT="[Text]" custT="1"/>
      <dgm:spPr/>
      <dgm:t>
        <a:bodyPr/>
        <a:lstStyle/>
        <a:p>
          <a:r>
            <a:rPr lang="de-DE" sz="1400" smtClean="0"/>
            <a:t>Sinkende Feldstärke</a:t>
          </a:r>
          <a:endParaRPr lang="de-DE" sz="1400"/>
        </a:p>
      </dgm:t>
    </dgm:pt>
    <dgm:pt modelId="{9514303E-7748-41DA-A05E-E27A96BFC43A}" type="parTrans" cxnId="{DEBB59AB-9632-430A-BE2D-FF139BDE4577}">
      <dgm:prSet/>
      <dgm:spPr/>
      <dgm:t>
        <a:bodyPr/>
        <a:lstStyle/>
        <a:p>
          <a:endParaRPr lang="de-DE" sz="4400"/>
        </a:p>
      </dgm:t>
    </dgm:pt>
    <dgm:pt modelId="{D4B693FD-784A-493B-A1CE-F8FFF008579B}" type="sibTrans" cxnId="{DEBB59AB-9632-430A-BE2D-FF139BDE4577}">
      <dgm:prSet/>
      <dgm:spPr/>
      <dgm:t>
        <a:bodyPr/>
        <a:lstStyle/>
        <a:p>
          <a:endParaRPr lang="de-DE" sz="4400"/>
        </a:p>
      </dgm:t>
    </dgm:pt>
    <dgm:pt modelId="{91F6DA2B-6F8C-4127-8324-E7D92C6B8CCF}">
      <dgm:prSet phldrT="[Text]" custT="1"/>
      <dgm:spPr/>
      <dgm:t>
        <a:bodyPr/>
        <a:lstStyle/>
        <a:p>
          <a:r>
            <a:rPr lang="de-DE" sz="1400" smtClean="0"/>
            <a:t>Sinkende Spannung</a:t>
          </a:r>
          <a:endParaRPr lang="de-DE" sz="1400"/>
        </a:p>
      </dgm:t>
    </dgm:pt>
    <dgm:pt modelId="{08C276F2-DBC5-4237-A3B7-C805A4F227B6}" type="parTrans" cxnId="{6F2FE906-ABD8-4CD2-94E6-4D6383E11FA2}">
      <dgm:prSet/>
      <dgm:spPr/>
      <dgm:t>
        <a:bodyPr/>
        <a:lstStyle/>
        <a:p>
          <a:endParaRPr lang="de-DE" sz="4400"/>
        </a:p>
      </dgm:t>
    </dgm:pt>
    <dgm:pt modelId="{B45D3CC4-2ACD-4E8D-A672-C62EBC0B2A04}" type="sibTrans" cxnId="{6F2FE906-ABD8-4CD2-94E6-4D6383E11FA2}">
      <dgm:prSet/>
      <dgm:spPr/>
      <dgm:t>
        <a:bodyPr/>
        <a:lstStyle/>
        <a:p>
          <a:endParaRPr lang="de-DE" sz="4400"/>
        </a:p>
      </dgm:t>
    </dgm:pt>
    <dgm:pt modelId="{607AA46D-2C64-44DD-8D51-C6DD2235B2A3}" type="pres">
      <dgm:prSet presAssocID="{779EAC84-9758-46BF-B25B-96F228E2FC8D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de-DE"/>
        </a:p>
      </dgm:t>
    </dgm:pt>
    <dgm:pt modelId="{634E86E0-A282-4A80-8EB1-EACCD7148F5C}" type="pres">
      <dgm:prSet presAssocID="{563CAAD4-5EAB-45EE-89A1-1C5A8831A10C}" presName="Accent1" presStyleCnt="0"/>
      <dgm:spPr/>
    </dgm:pt>
    <dgm:pt modelId="{3FD26F54-F9E6-44EC-A856-E55C5C3C1D98}" type="pres">
      <dgm:prSet presAssocID="{563CAAD4-5EAB-45EE-89A1-1C5A8831A10C}" presName="Accent" presStyleLbl="node1" presStyleIdx="0" presStyleCnt="4" custScaleX="125497"/>
      <dgm:spPr>
        <a:solidFill>
          <a:srgbClr val="FF0000"/>
        </a:solidFill>
      </dgm:spPr>
      <dgm:t>
        <a:bodyPr/>
        <a:lstStyle/>
        <a:p>
          <a:endParaRPr lang="de-DE"/>
        </a:p>
      </dgm:t>
    </dgm:pt>
    <dgm:pt modelId="{6B25B064-1F77-4AE9-9FCF-56857178542C}" type="pres">
      <dgm:prSet presAssocID="{563CAAD4-5EAB-45EE-89A1-1C5A8831A10C}" presName="Parent1" presStyleLbl="revTx" presStyleIdx="0" presStyleCnt="4" custScaleX="141848" custLinFactNeighborY="-1836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EA8FC03-04C5-4241-9855-E0BCB19F7E49}" type="pres">
      <dgm:prSet presAssocID="{CAA80479-E752-4AE2-B8CD-49A202928586}" presName="Accent2" presStyleCnt="0"/>
      <dgm:spPr/>
    </dgm:pt>
    <dgm:pt modelId="{DAA632DC-2F3E-49BE-8BAB-DDC7293D143B}" type="pres">
      <dgm:prSet presAssocID="{CAA80479-E752-4AE2-B8CD-49A202928586}" presName="Accent" presStyleLbl="node1" presStyleIdx="1" presStyleCnt="4" custScaleX="125497"/>
      <dgm:spPr>
        <a:solidFill>
          <a:srgbClr val="FF0000">
            <a:alpha val="60000"/>
          </a:srgbClr>
        </a:solidFill>
      </dgm:spPr>
      <dgm:t>
        <a:bodyPr/>
        <a:lstStyle/>
        <a:p>
          <a:endParaRPr lang="de-DE"/>
        </a:p>
      </dgm:t>
    </dgm:pt>
    <dgm:pt modelId="{AC7A898E-EC8F-44A1-9409-BA9ADA896A73}" type="pres">
      <dgm:prSet presAssocID="{CAA80479-E752-4AE2-B8CD-49A202928586}" presName="Parent2" presStyleLbl="revTx" presStyleIdx="1" presStyleCnt="4" custScaleX="141848" custLinFactNeighborY="-1224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EF8C3A8-F964-45D7-A70B-F16EAB499ABC}" type="pres">
      <dgm:prSet presAssocID="{9B664562-6970-4A42-8C20-68D31CD07A17}" presName="Accent3" presStyleCnt="0"/>
      <dgm:spPr/>
    </dgm:pt>
    <dgm:pt modelId="{D6A446EE-1AA2-433E-ACCC-3004763890A4}" type="pres">
      <dgm:prSet presAssocID="{9B664562-6970-4A42-8C20-68D31CD07A17}" presName="Accent" presStyleLbl="node1" presStyleIdx="2" presStyleCnt="4" custScaleX="125497"/>
      <dgm:spPr>
        <a:solidFill>
          <a:srgbClr val="ED7613"/>
        </a:solidFill>
      </dgm:spPr>
      <dgm:t>
        <a:bodyPr/>
        <a:lstStyle/>
        <a:p>
          <a:endParaRPr lang="de-DE"/>
        </a:p>
      </dgm:t>
    </dgm:pt>
    <dgm:pt modelId="{862C6D56-0F2B-4FDC-A6A6-B4A5DA98488B}" type="pres">
      <dgm:prSet presAssocID="{9B664562-6970-4A42-8C20-68D31CD07A17}" presName="Parent3" presStyleLbl="revTx" presStyleIdx="2" presStyleCnt="4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F95A8B4-066F-4765-B2DF-425D93295BB8}" type="pres">
      <dgm:prSet presAssocID="{91F6DA2B-6F8C-4127-8324-E7D92C6B8CCF}" presName="Accent4" presStyleCnt="0"/>
      <dgm:spPr/>
    </dgm:pt>
    <dgm:pt modelId="{0279776E-35ED-4653-B290-A4CC3BD03D6E}" type="pres">
      <dgm:prSet presAssocID="{91F6DA2B-6F8C-4127-8324-E7D92C6B8CCF}" presName="Accent" presStyleLbl="node1" presStyleIdx="3" presStyleCnt="4" custScaleX="125497"/>
      <dgm:spPr>
        <a:solidFill>
          <a:srgbClr val="0070C0"/>
        </a:solidFill>
      </dgm:spPr>
      <dgm:t>
        <a:bodyPr/>
        <a:lstStyle/>
        <a:p>
          <a:endParaRPr lang="de-DE"/>
        </a:p>
      </dgm:t>
    </dgm:pt>
    <dgm:pt modelId="{A7FB78D8-038F-4F7B-9C9C-AE027A9F666A}" type="pres">
      <dgm:prSet presAssocID="{91F6DA2B-6F8C-4127-8324-E7D92C6B8CCF}" presName="Parent4" presStyleLbl="revTx" presStyleIdx="3" presStyleCnt="4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6F2FE906-ABD8-4CD2-94E6-4D6383E11FA2}" srcId="{779EAC84-9758-46BF-B25B-96F228E2FC8D}" destId="{91F6DA2B-6F8C-4127-8324-E7D92C6B8CCF}" srcOrd="3" destOrd="0" parTransId="{08C276F2-DBC5-4237-A3B7-C805A4F227B6}" sibTransId="{B45D3CC4-2ACD-4E8D-A672-C62EBC0B2A04}"/>
    <dgm:cxn modelId="{867C8A54-9332-4D75-AD91-B806EA020EFF}" srcId="{779EAC84-9758-46BF-B25B-96F228E2FC8D}" destId="{563CAAD4-5EAB-45EE-89A1-1C5A8831A10C}" srcOrd="0" destOrd="0" parTransId="{E4C5CCEF-AA57-428F-9BA8-AC618DD5BD49}" sibTransId="{994E112A-8BDF-408A-9712-660AA8E2E1D4}"/>
    <dgm:cxn modelId="{00C41180-EA12-4DED-AC84-CD70978A0F64}" type="presOf" srcId="{CAA80479-E752-4AE2-B8CD-49A202928586}" destId="{AC7A898E-EC8F-44A1-9409-BA9ADA896A73}" srcOrd="0" destOrd="0" presId="urn:microsoft.com/office/officeart/2009/layout/CircleArrowProcess"/>
    <dgm:cxn modelId="{060D7A2C-0F7E-4B06-8658-F71558E46501}" type="presOf" srcId="{779EAC84-9758-46BF-B25B-96F228E2FC8D}" destId="{607AA46D-2C64-44DD-8D51-C6DD2235B2A3}" srcOrd="0" destOrd="0" presId="urn:microsoft.com/office/officeart/2009/layout/CircleArrowProcess"/>
    <dgm:cxn modelId="{8C371E4D-DF62-44C1-9696-B626FAE8F27D}" srcId="{779EAC84-9758-46BF-B25B-96F228E2FC8D}" destId="{CAA80479-E752-4AE2-B8CD-49A202928586}" srcOrd="1" destOrd="0" parTransId="{CC0F5109-26E8-4D27-8805-1DECD250E1A3}" sibTransId="{A9DD13F0-F8B0-4854-8E62-9E69F828A573}"/>
    <dgm:cxn modelId="{0B3AC20B-036A-4DFA-B454-78F6C5753D76}" type="presOf" srcId="{563CAAD4-5EAB-45EE-89A1-1C5A8831A10C}" destId="{6B25B064-1F77-4AE9-9FCF-56857178542C}" srcOrd="0" destOrd="0" presId="urn:microsoft.com/office/officeart/2009/layout/CircleArrowProcess"/>
    <dgm:cxn modelId="{33BC08AB-B2A7-42E0-A80E-0A1551FBF7E9}" type="presOf" srcId="{9B664562-6970-4A42-8C20-68D31CD07A17}" destId="{862C6D56-0F2B-4FDC-A6A6-B4A5DA98488B}" srcOrd="0" destOrd="0" presId="urn:microsoft.com/office/officeart/2009/layout/CircleArrowProcess"/>
    <dgm:cxn modelId="{33173574-636C-4117-AAE9-EC3F88CA0A2C}" type="presOf" srcId="{91F6DA2B-6F8C-4127-8324-E7D92C6B8CCF}" destId="{A7FB78D8-038F-4F7B-9C9C-AE027A9F666A}" srcOrd="0" destOrd="0" presId="urn:microsoft.com/office/officeart/2009/layout/CircleArrowProcess"/>
    <dgm:cxn modelId="{DEBB59AB-9632-430A-BE2D-FF139BDE4577}" srcId="{779EAC84-9758-46BF-B25B-96F228E2FC8D}" destId="{9B664562-6970-4A42-8C20-68D31CD07A17}" srcOrd="2" destOrd="0" parTransId="{9514303E-7748-41DA-A05E-E27A96BFC43A}" sibTransId="{D4B693FD-784A-493B-A1CE-F8FFF008579B}"/>
    <dgm:cxn modelId="{C7958433-799C-4B62-8C4A-7995EE751041}" type="presParOf" srcId="{607AA46D-2C64-44DD-8D51-C6DD2235B2A3}" destId="{634E86E0-A282-4A80-8EB1-EACCD7148F5C}" srcOrd="0" destOrd="0" presId="urn:microsoft.com/office/officeart/2009/layout/CircleArrowProcess"/>
    <dgm:cxn modelId="{FA619D2C-1E7D-4E67-A89C-630AA0CF4319}" type="presParOf" srcId="{634E86E0-A282-4A80-8EB1-EACCD7148F5C}" destId="{3FD26F54-F9E6-44EC-A856-E55C5C3C1D98}" srcOrd="0" destOrd="0" presId="urn:microsoft.com/office/officeart/2009/layout/CircleArrowProcess"/>
    <dgm:cxn modelId="{6ABC9F28-367C-44BB-B727-F783660EA8C9}" type="presParOf" srcId="{607AA46D-2C64-44DD-8D51-C6DD2235B2A3}" destId="{6B25B064-1F77-4AE9-9FCF-56857178542C}" srcOrd="1" destOrd="0" presId="urn:microsoft.com/office/officeart/2009/layout/CircleArrowProcess"/>
    <dgm:cxn modelId="{10FEA710-E49C-49A3-8850-8B5002F7CE65}" type="presParOf" srcId="{607AA46D-2C64-44DD-8D51-C6DD2235B2A3}" destId="{6EA8FC03-04C5-4241-9855-E0BCB19F7E49}" srcOrd="2" destOrd="0" presId="urn:microsoft.com/office/officeart/2009/layout/CircleArrowProcess"/>
    <dgm:cxn modelId="{620A9873-0A4A-414F-B0E3-9AF59AF82FC3}" type="presParOf" srcId="{6EA8FC03-04C5-4241-9855-E0BCB19F7E49}" destId="{DAA632DC-2F3E-49BE-8BAB-DDC7293D143B}" srcOrd="0" destOrd="0" presId="urn:microsoft.com/office/officeart/2009/layout/CircleArrowProcess"/>
    <dgm:cxn modelId="{73E0DC72-94EE-4CE5-9B9A-10BB420C502D}" type="presParOf" srcId="{607AA46D-2C64-44DD-8D51-C6DD2235B2A3}" destId="{AC7A898E-EC8F-44A1-9409-BA9ADA896A73}" srcOrd="3" destOrd="0" presId="urn:microsoft.com/office/officeart/2009/layout/CircleArrowProcess"/>
    <dgm:cxn modelId="{E5B2A2D7-811E-4DE4-8C07-D8048961F139}" type="presParOf" srcId="{607AA46D-2C64-44DD-8D51-C6DD2235B2A3}" destId="{2EF8C3A8-F964-45D7-A70B-F16EAB499ABC}" srcOrd="4" destOrd="0" presId="urn:microsoft.com/office/officeart/2009/layout/CircleArrowProcess"/>
    <dgm:cxn modelId="{9837EDD4-7BB2-4B27-8E02-2C4E27534379}" type="presParOf" srcId="{2EF8C3A8-F964-45D7-A70B-F16EAB499ABC}" destId="{D6A446EE-1AA2-433E-ACCC-3004763890A4}" srcOrd="0" destOrd="0" presId="urn:microsoft.com/office/officeart/2009/layout/CircleArrowProcess"/>
    <dgm:cxn modelId="{E31F0BFC-3A4E-4E08-AFDC-6C9A0F3D90A8}" type="presParOf" srcId="{607AA46D-2C64-44DD-8D51-C6DD2235B2A3}" destId="{862C6D56-0F2B-4FDC-A6A6-B4A5DA98488B}" srcOrd="5" destOrd="0" presId="urn:microsoft.com/office/officeart/2009/layout/CircleArrowProcess"/>
    <dgm:cxn modelId="{2E23D40F-2305-434B-B995-C045CD969D76}" type="presParOf" srcId="{607AA46D-2C64-44DD-8D51-C6DD2235B2A3}" destId="{6F95A8B4-066F-4765-B2DF-425D93295BB8}" srcOrd="6" destOrd="0" presId="urn:microsoft.com/office/officeart/2009/layout/CircleArrowProcess"/>
    <dgm:cxn modelId="{C37E66AA-EB9A-4655-B613-D9D6A3415DAD}" type="presParOf" srcId="{6F95A8B4-066F-4765-B2DF-425D93295BB8}" destId="{0279776E-35ED-4653-B290-A4CC3BD03D6E}" srcOrd="0" destOrd="0" presId="urn:microsoft.com/office/officeart/2009/layout/CircleArrowProcess"/>
    <dgm:cxn modelId="{913EEF1B-A494-4CA1-AB86-DB423953B7FF}" type="presParOf" srcId="{607AA46D-2C64-44DD-8D51-C6DD2235B2A3}" destId="{A7FB78D8-038F-4F7B-9C9C-AE027A9F666A}" srcOrd="7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79EAC84-9758-46BF-B25B-96F228E2FC8D}" type="doc">
      <dgm:prSet loTypeId="urn:microsoft.com/office/officeart/2009/layout/CircleArrowProcess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de-DE"/>
        </a:p>
      </dgm:t>
    </dgm:pt>
    <dgm:pt modelId="{563CAAD4-5EAB-45EE-89A1-1C5A8831A10C}">
      <dgm:prSet phldrT="[Text]" custT="1"/>
      <dgm:spPr/>
      <dgm:t>
        <a:bodyPr/>
        <a:lstStyle/>
        <a:p>
          <a:r>
            <a:rPr lang="de-DE" sz="1400" smtClean="0"/>
            <a:t>Steigende relative Luftfeuchtigkeit</a:t>
          </a:r>
          <a:endParaRPr lang="de-DE" sz="1400"/>
        </a:p>
      </dgm:t>
    </dgm:pt>
    <dgm:pt modelId="{E4C5CCEF-AA57-428F-9BA8-AC618DD5BD49}" type="parTrans" cxnId="{867C8A54-9332-4D75-AD91-B806EA020EFF}">
      <dgm:prSet/>
      <dgm:spPr/>
      <dgm:t>
        <a:bodyPr/>
        <a:lstStyle/>
        <a:p>
          <a:endParaRPr lang="de-DE" sz="4400"/>
        </a:p>
      </dgm:t>
    </dgm:pt>
    <dgm:pt modelId="{994E112A-8BDF-408A-9712-660AA8E2E1D4}" type="sibTrans" cxnId="{867C8A54-9332-4D75-AD91-B806EA020EFF}">
      <dgm:prSet/>
      <dgm:spPr/>
      <dgm:t>
        <a:bodyPr/>
        <a:lstStyle/>
        <a:p>
          <a:endParaRPr lang="de-DE" sz="4400"/>
        </a:p>
      </dgm:t>
    </dgm:pt>
    <dgm:pt modelId="{CAA80479-E752-4AE2-B8CD-49A202928586}">
      <dgm:prSet phldrT="[Text]" custT="1"/>
      <dgm:spPr/>
      <dgm:t>
        <a:bodyPr/>
        <a:lstStyle/>
        <a:p>
          <a:r>
            <a:rPr lang="de-DE" sz="1400" smtClean="0"/>
            <a:t>Steigende Dielekrizitäts-konstante</a:t>
          </a:r>
          <a:endParaRPr lang="de-DE" sz="1400"/>
        </a:p>
      </dgm:t>
    </dgm:pt>
    <dgm:pt modelId="{CC0F5109-26E8-4D27-8805-1DECD250E1A3}" type="parTrans" cxnId="{8C371E4D-DF62-44C1-9696-B626FAE8F27D}">
      <dgm:prSet/>
      <dgm:spPr/>
      <dgm:t>
        <a:bodyPr/>
        <a:lstStyle/>
        <a:p>
          <a:endParaRPr lang="de-DE" sz="4400"/>
        </a:p>
      </dgm:t>
    </dgm:pt>
    <dgm:pt modelId="{A9DD13F0-F8B0-4854-8E62-9E69F828A573}" type="sibTrans" cxnId="{8C371E4D-DF62-44C1-9696-B626FAE8F27D}">
      <dgm:prSet/>
      <dgm:spPr/>
      <dgm:t>
        <a:bodyPr/>
        <a:lstStyle/>
        <a:p>
          <a:endParaRPr lang="de-DE" sz="4400"/>
        </a:p>
      </dgm:t>
    </dgm:pt>
    <dgm:pt modelId="{9B664562-6970-4A42-8C20-68D31CD07A17}">
      <dgm:prSet phldrT="[Text]" custT="1"/>
      <dgm:spPr/>
      <dgm:t>
        <a:bodyPr/>
        <a:lstStyle/>
        <a:p>
          <a:r>
            <a:rPr lang="de-DE" sz="1400" smtClean="0"/>
            <a:t>Sinkende Feldstärke</a:t>
          </a:r>
          <a:endParaRPr lang="de-DE" sz="1400"/>
        </a:p>
      </dgm:t>
    </dgm:pt>
    <dgm:pt modelId="{9514303E-7748-41DA-A05E-E27A96BFC43A}" type="parTrans" cxnId="{DEBB59AB-9632-430A-BE2D-FF139BDE4577}">
      <dgm:prSet/>
      <dgm:spPr/>
      <dgm:t>
        <a:bodyPr/>
        <a:lstStyle/>
        <a:p>
          <a:endParaRPr lang="de-DE" sz="4400"/>
        </a:p>
      </dgm:t>
    </dgm:pt>
    <dgm:pt modelId="{D4B693FD-784A-493B-A1CE-F8FFF008579B}" type="sibTrans" cxnId="{DEBB59AB-9632-430A-BE2D-FF139BDE4577}">
      <dgm:prSet/>
      <dgm:spPr/>
      <dgm:t>
        <a:bodyPr/>
        <a:lstStyle/>
        <a:p>
          <a:endParaRPr lang="de-DE" sz="4400"/>
        </a:p>
      </dgm:t>
    </dgm:pt>
    <dgm:pt modelId="{91F6DA2B-6F8C-4127-8324-E7D92C6B8CCF}">
      <dgm:prSet phldrT="[Text]" custT="1"/>
      <dgm:spPr/>
      <dgm:t>
        <a:bodyPr/>
        <a:lstStyle/>
        <a:p>
          <a:r>
            <a:rPr lang="de-DE" sz="1400" smtClean="0"/>
            <a:t>Sinkende Spannung</a:t>
          </a:r>
          <a:endParaRPr lang="de-DE" sz="1400"/>
        </a:p>
      </dgm:t>
    </dgm:pt>
    <dgm:pt modelId="{08C276F2-DBC5-4237-A3B7-C805A4F227B6}" type="parTrans" cxnId="{6F2FE906-ABD8-4CD2-94E6-4D6383E11FA2}">
      <dgm:prSet/>
      <dgm:spPr/>
      <dgm:t>
        <a:bodyPr/>
        <a:lstStyle/>
        <a:p>
          <a:endParaRPr lang="de-DE" sz="4400"/>
        </a:p>
      </dgm:t>
    </dgm:pt>
    <dgm:pt modelId="{B45D3CC4-2ACD-4E8D-A672-C62EBC0B2A04}" type="sibTrans" cxnId="{6F2FE906-ABD8-4CD2-94E6-4D6383E11FA2}">
      <dgm:prSet/>
      <dgm:spPr/>
      <dgm:t>
        <a:bodyPr/>
        <a:lstStyle/>
        <a:p>
          <a:endParaRPr lang="de-DE" sz="4400"/>
        </a:p>
      </dgm:t>
    </dgm:pt>
    <dgm:pt modelId="{607AA46D-2C64-44DD-8D51-C6DD2235B2A3}" type="pres">
      <dgm:prSet presAssocID="{779EAC84-9758-46BF-B25B-96F228E2FC8D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de-DE"/>
        </a:p>
      </dgm:t>
    </dgm:pt>
    <dgm:pt modelId="{634E86E0-A282-4A80-8EB1-EACCD7148F5C}" type="pres">
      <dgm:prSet presAssocID="{563CAAD4-5EAB-45EE-89A1-1C5A8831A10C}" presName="Accent1" presStyleCnt="0"/>
      <dgm:spPr/>
    </dgm:pt>
    <dgm:pt modelId="{3FD26F54-F9E6-44EC-A856-E55C5C3C1D98}" type="pres">
      <dgm:prSet presAssocID="{563CAAD4-5EAB-45EE-89A1-1C5A8831A10C}" presName="Accent" presStyleLbl="node1" presStyleIdx="0" presStyleCnt="4" custScaleX="125497"/>
      <dgm:spPr>
        <a:solidFill>
          <a:srgbClr val="FF0000"/>
        </a:solidFill>
      </dgm:spPr>
      <dgm:t>
        <a:bodyPr/>
        <a:lstStyle/>
        <a:p>
          <a:endParaRPr lang="de-DE"/>
        </a:p>
      </dgm:t>
    </dgm:pt>
    <dgm:pt modelId="{6B25B064-1F77-4AE9-9FCF-56857178542C}" type="pres">
      <dgm:prSet presAssocID="{563CAAD4-5EAB-45EE-89A1-1C5A8831A10C}" presName="Parent1" presStyleLbl="revTx" presStyleIdx="0" presStyleCnt="4" custScaleX="141848" custLinFactNeighborY="-1836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EA8FC03-04C5-4241-9855-E0BCB19F7E49}" type="pres">
      <dgm:prSet presAssocID="{CAA80479-E752-4AE2-B8CD-49A202928586}" presName="Accent2" presStyleCnt="0"/>
      <dgm:spPr/>
    </dgm:pt>
    <dgm:pt modelId="{DAA632DC-2F3E-49BE-8BAB-DDC7293D143B}" type="pres">
      <dgm:prSet presAssocID="{CAA80479-E752-4AE2-B8CD-49A202928586}" presName="Accent" presStyleLbl="node1" presStyleIdx="1" presStyleCnt="4" custScaleX="125497"/>
      <dgm:spPr>
        <a:solidFill>
          <a:srgbClr val="FF0000">
            <a:alpha val="60000"/>
          </a:srgbClr>
        </a:solidFill>
      </dgm:spPr>
      <dgm:t>
        <a:bodyPr/>
        <a:lstStyle/>
        <a:p>
          <a:endParaRPr lang="de-DE"/>
        </a:p>
      </dgm:t>
    </dgm:pt>
    <dgm:pt modelId="{AC7A898E-EC8F-44A1-9409-BA9ADA896A73}" type="pres">
      <dgm:prSet presAssocID="{CAA80479-E752-4AE2-B8CD-49A202928586}" presName="Parent2" presStyleLbl="revTx" presStyleIdx="1" presStyleCnt="4" custScaleX="141848" custLinFactNeighborY="-1224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EF8C3A8-F964-45D7-A70B-F16EAB499ABC}" type="pres">
      <dgm:prSet presAssocID="{9B664562-6970-4A42-8C20-68D31CD07A17}" presName="Accent3" presStyleCnt="0"/>
      <dgm:spPr/>
    </dgm:pt>
    <dgm:pt modelId="{D6A446EE-1AA2-433E-ACCC-3004763890A4}" type="pres">
      <dgm:prSet presAssocID="{9B664562-6970-4A42-8C20-68D31CD07A17}" presName="Accent" presStyleLbl="node1" presStyleIdx="2" presStyleCnt="4" custScaleX="125497"/>
      <dgm:spPr>
        <a:solidFill>
          <a:srgbClr val="ED7613"/>
        </a:solidFill>
      </dgm:spPr>
      <dgm:t>
        <a:bodyPr/>
        <a:lstStyle/>
        <a:p>
          <a:endParaRPr lang="de-DE"/>
        </a:p>
      </dgm:t>
    </dgm:pt>
    <dgm:pt modelId="{862C6D56-0F2B-4FDC-A6A6-B4A5DA98488B}" type="pres">
      <dgm:prSet presAssocID="{9B664562-6970-4A42-8C20-68D31CD07A17}" presName="Parent3" presStyleLbl="revTx" presStyleIdx="2" presStyleCnt="4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F95A8B4-066F-4765-B2DF-425D93295BB8}" type="pres">
      <dgm:prSet presAssocID="{91F6DA2B-6F8C-4127-8324-E7D92C6B8CCF}" presName="Accent4" presStyleCnt="0"/>
      <dgm:spPr/>
    </dgm:pt>
    <dgm:pt modelId="{0279776E-35ED-4653-B290-A4CC3BD03D6E}" type="pres">
      <dgm:prSet presAssocID="{91F6DA2B-6F8C-4127-8324-E7D92C6B8CCF}" presName="Accent" presStyleLbl="node1" presStyleIdx="3" presStyleCnt="4" custScaleX="125497"/>
      <dgm:spPr>
        <a:solidFill>
          <a:srgbClr val="0070C0"/>
        </a:solidFill>
      </dgm:spPr>
      <dgm:t>
        <a:bodyPr/>
        <a:lstStyle/>
        <a:p>
          <a:endParaRPr lang="de-DE"/>
        </a:p>
      </dgm:t>
    </dgm:pt>
    <dgm:pt modelId="{A7FB78D8-038F-4F7B-9C9C-AE027A9F666A}" type="pres">
      <dgm:prSet presAssocID="{91F6DA2B-6F8C-4127-8324-E7D92C6B8CCF}" presName="Parent4" presStyleLbl="revTx" presStyleIdx="3" presStyleCnt="4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6F2FE906-ABD8-4CD2-94E6-4D6383E11FA2}" srcId="{779EAC84-9758-46BF-B25B-96F228E2FC8D}" destId="{91F6DA2B-6F8C-4127-8324-E7D92C6B8CCF}" srcOrd="3" destOrd="0" parTransId="{08C276F2-DBC5-4237-A3B7-C805A4F227B6}" sibTransId="{B45D3CC4-2ACD-4E8D-A672-C62EBC0B2A04}"/>
    <dgm:cxn modelId="{867C8A54-9332-4D75-AD91-B806EA020EFF}" srcId="{779EAC84-9758-46BF-B25B-96F228E2FC8D}" destId="{563CAAD4-5EAB-45EE-89A1-1C5A8831A10C}" srcOrd="0" destOrd="0" parTransId="{E4C5CCEF-AA57-428F-9BA8-AC618DD5BD49}" sibTransId="{994E112A-8BDF-408A-9712-660AA8E2E1D4}"/>
    <dgm:cxn modelId="{00C41180-EA12-4DED-AC84-CD70978A0F64}" type="presOf" srcId="{CAA80479-E752-4AE2-B8CD-49A202928586}" destId="{AC7A898E-EC8F-44A1-9409-BA9ADA896A73}" srcOrd="0" destOrd="0" presId="urn:microsoft.com/office/officeart/2009/layout/CircleArrowProcess"/>
    <dgm:cxn modelId="{060D7A2C-0F7E-4B06-8658-F71558E46501}" type="presOf" srcId="{779EAC84-9758-46BF-B25B-96F228E2FC8D}" destId="{607AA46D-2C64-44DD-8D51-C6DD2235B2A3}" srcOrd="0" destOrd="0" presId="urn:microsoft.com/office/officeart/2009/layout/CircleArrowProcess"/>
    <dgm:cxn modelId="{8C371E4D-DF62-44C1-9696-B626FAE8F27D}" srcId="{779EAC84-9758-46BF-B25B-96F228E2FC8D}" destId="{CAA80479-E752-4AE2-B8CD-49A202928586}" srcOrd="1" destOrd="0" parTransId="{CC0F5109-26E8-4D27-8805-1DECD250E1A3}" sibTransId="{A9DD13F0-F8B0-4854-8E62-9E69F828A573}"/>
    <dgm:cxn modelId="{0B3AC20B-036A-4DFA-B454-78F6C5753D76}" type="presOf" srcId="{563CAAD4-5EAB-45EE-89A1-1C5A8831A10C}" destId="{6B25B064-1F77-4AE9-9FCF-56857178542C}" srcOrd="0" destOrd="0" presId="urn:microsoft.com/office/officeart/2009/layout/CircleArrowProcess"/>
    <dgm:cxn modelId="{33BC08AB-B2A7-42E0-A80E-0A1551FBF7E9}" type="presOf" srcId="{9B664562-6970-4A42-8C20-68D31CD07A17}" destId="{862C6D56-0F2B-4FDC-A6A6-B4A5DA98488B}" srcOrd="0" destOrd="0" presId="urn:microsoft.com/office/officeart/2009/layout/CircleArrowProcess"/>
    <dgm:cxn modelId="{33173574-636C-4117-AAE9-EC3F88CA0A2C}" type="presOf" srcId="{91F6DA2B-6F8C-4127-8324-E7D92C6B8CCF}" destId="{A7FB78D8-038F-4F7B-9C9C-AE027A9F666A}" srcOrd="0" destOrd="0" presId="urn:microsoft.com/office/officeart/2009/layout/CircleArrowProcess"/>
    <dgm:cxn modelId="{DEBB59AB-9632-430A-BE2D-FF139BDE4577}" srcId="{779EAC84-9758-46BF-B25B-96F228E2FC8D}" destId="{9B664562-6970-4A42-8C20-68D31CD07A17}" srcOrd="2" destOrd="0" parTransId="{9514303E-7748-41DA-A05E-E27A96BFC43A}" sibTransId="{D4B693FD-784A-493B-A1CE-F8FFF008579B}"/>
    <dgm:cxn modelId="{C7958433-799C-4B62-8C4A-7995EE751041}" type="presParOf" srcId="{607AA46D-2C64-44DD-8D51-C6DD2235B2A3}" destId="{634E86E0-A282-4A80-8EB1-EACCD7148F5C}" srcOrd="0" destOrd="0" presId="urn:microsoft.com/office/officeart/2009/layout/CircleArrowProcess"/>
    <dgm:cxn modelId="{FA619D2C-1E7D-4E67-A89C-630AA0CF4319}" type="presParOf" srcId="{634E86E0-A282-4A80-8EB1-EACCD7148F5C}" destId="{3FD26F54-F9E6-44EC-A856-E55C5C3C1D98}" srcOrd="0" destOrd="0" presId="urn:microsoft.com/office/officeart/2009/layout/CircleArrowProcess"/>
    <dgm:cxn modelId="{6ABC9F28-367C-44BB-B727-F783660EA8C9}" type="presParOf" srcId="{607AA46D-2C64-44DD-8D51-C6DD2235B2A3}" destId="{6B25B064-1F77-4AE9-9FCF-56857178542C}" srcOrd="1" destOrd="0" presId="urn:microsoft.com/office/officeart/2009/layout/CircleArrowProcess"/>
    <dgm:cxn modelId="{10FEA710-E49C-49A3-8850-8B5002F7CE65}" type="presParOf" srcId="{607AA46D-2C64-44DD-8D51-C6DD2235B2A3}" destId="{6EA8FC03-04C5-4241-9855-E0BCB19F7E49}" srcOrd="2" destOrd="0" presId="urn:microsoft.com/office/officeart/2009/layout/CircleArrowProcess"/>
    <dgm:cxn modelId="{620A9873-0A4A-414F-B0E3-9AF59AF82FC3}" type="presParOf" srcId="{6EA8FC03-04C5-4241-9855-E0BCB19F7E49}" destId="{DAA632DC-2F3E-49BE-8BAB-DDC7293D143B}" srcOrd="0" destOrd="0" presId="urn:microsoft.com/office/officeart/2009/layout/CircleArrowProcess"/>
    <dgm:cxn modelId="{73E0DC72-94EE-4CE5-9B9A-10BB420C502D}" type="presParOf" srcId="{607AA46D-2C64-44DD-8D51-C6DD2235B2A3}" destId="{AC7A898E-EC8F-44A1-9409-BA9ADA896A73}" srcOrd="3" destOrd="0" presId="urn:microsoft.com/office/officeart/2009/layout/CircleArrowProcess"/>
    <dgm:cxn modelId="{E5B2A2D7-811E-4DE4-8C07-D8048961F139}" type="presParOf" srcId="{607AA46D-2C64-44DD-8D51-C6DD2235B2A3}" destId="{2EF8C3A8-F964-45D7-A70B-F16EAB499ABC}" srcOrd="4" destOrd="0" presId="urn:microsoft.com/office/officeart/2009/layout/CircleArrowProcess"/>
    <dgm:cxn modelId="{9837EDD4-7BB2-4B27-8E02-2C4E27534379}" type="presParOf" srcId="{2EF8C3A8-F964-45D7-A70B-F16EAB499ABC}" destId="{D6A446EE-1AA2-433E-ACCC-3004763890A4}" srcOrd="0" destOrd="0" presId="urn:microsoft.com/office/officeart/2009/layout/CircleArrowProcess"/>
    <dgm:cxn modelId="{E31F0BFC-3A4E-4E08-AFDC-6C9A0F3D90A8}" type="presParOf" srcId="{607AA46D-2C64-44DD-8D51-C6DD2235B2A3}" destId="{862C6D56-0F2B-4FDC-A6A6-B4A5DA98488B}" srcOrd="5" destOrd="0" presId="urn:microsoft.com/office/officeart/2009/layout/CircleArrowProcess"/>
    <dgm:cxn modelId="{2E23D40F-2305-434B-B995-C045CD969D76}" type="presParOf" srcId="{607AA46D-2C64-44DD-8D51-C6DD2235B2A3}" destId="{6F95A8B4-066F-4765-B2DF-425D93295BB8}" srcOrd="6" destOrd="0" presId="urn:microsoft.com/office/officeart/2009/layout/CircleArrowProcess"/>
    <dgm:cxn modelId="{C37E66AA-EB9A-4655-B613-D9D6A3415DAD}" type="presParOf" srcId="{6F95A8B4-066F-4765-B2DF-425D93295BB8}" destId="{0279776E-35ED-4653-B290-A4CC3BD03D6E}" srcOrd="0" destOrd="0" presId="urn:microsoft.com/office/officeart/2009/layout/CircleArrowProcess"/>
    <dgm:cxn modelId="{913EEF1B-A494-4CA1-AB86-DB423953B7FF}" type="presParOf" srcId="{607AA46D-2C64-44DD-8D51-C6DD2235B2A3}" destId="{A7FB78D8-038F-4F7B-9C9C-AE027A9F666A}" srcOrd="7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79EAC84-9758-46BF-B25B-96F228E2FC8D}" type="doc">
      <dgm:prSet loTypeId="urn:microsoft.com/office/officeart/2009/layout/CircleArrowProcess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de-DE"/>
        </a:p>
      </dgm:t>
    </dgm:pt>
    <dgm:pt modelId="{563CAAD4-5EAB-45EE-89A1-1C5A8831A10C}">
      <dgm:prSet phldrT="[Text]" custT="1"/>
      <dgm:spPr/>
      <dgm:t>
        <a:bodyPr/>
        <a:lstStyle/>
        <a:p>
          <a:r>
            <a:rPr lang="de-DE" sz="1400" smtClean="0"/>
            <a:t>Steigende relative Luftfeuchtigkeit</a:t>
          </a:r>
          <a:endParaRPr lang="de-DE" sz="1400"/>
        </a:p>
      </dgm:t>
    </dgm:pt>
    <dgm:pt modelId="{E4C5CCEF-AA57-428F-9BA8-AC618DD5BD49}" type="parTrans" cxnId="{867C8A54-9332-4D75-AD91-B806EA020EFF}">
      <dgm:prSet/>
      <dgm:spPr/>
      <dgm:t>
        <a:bodyPr/>
        <a:lstStyle/>
        <a:p>
          <a:endParaRPr lang="de-DE" sz="4400"/>
        </a:p>
      </dgm:t>
    </dgm:pt>
    <dgm:pt modelId="{994E112A-8BDF-408A-9712-660AA8E2E1D4}" type="sibTrans" cxnId="{867C8A54-9332-4D75-AD91-B806EA020EFF}">
      <dgm:prSet/>
      <dgm:spPr/>
      <dgm:t>
        <a:bodyPr/>
        <a:lstStyle/>
        <a:p>
          <a:endParaRPr lang="de-DE" sz="4400"/>
        </a:p>
      </dgm:t>
    </dgm:pt>
    <dgm:pt modelId="{CAA80479-E752-4AE2-B8CD-49A202928586}">
      <dgm:prSet phldrT="[Text]" custT="1"/>
      <dgm:spPr/>
      <dgm:t>
        <a:bodyPr/>
        <a:lstStyle/>
        <a:p>
          <a:r>
            <a:rPr lang="de-DE" sz="1400" smtClean="0"/>
            <a:t>Steigende Dielekrizitäts-konstante</a:t>
          </a:r>
          <a:endParaRPr lang="de-DE" sz="1400"/>
        </a:p>
      </dgm:t>
    </dgm:pt>
    <dgm:pt modelId="{CC0F5109-26E8-4D27-8805-1DECD250E1A3}" type="parTrans" cxnId="{8C371E4D-DF62-44C1-9696-B626FAE8F27D}">
      <dgm:prSet/>
      <dgm:spPr/>
      <dgm:t>
        <a:bodyPr/>
        <a:lstStyle/>
        <a:p>
          <a:endParaRPr lang="de-DE" sz="4400"/>
        </a:p>
      </dgm:t>
    </dgm:pt>
    <dgm:pt modelId="{A9DD13F0-F8B0-4854-8E62-9E69F828A573}" type="sibTrans" cxnId="{8C371E4D-DF62-44C1-9696-B626FAE8F27D}">
      <dgm:prSet/>
      <dgm:spPr/>
      <dgm:t>
        <a:bodyPr/>
        <a:lstStyle/>
        <a:p>
          <a:endParaRPr lang="de-DE" sz="4400"/>
        </a:p>
      </dgm:t>
    </dgm:pt>
    <dgm:pt modelId="{9B664562-6970-4A42-8C20-68D31CD07A17}">
      <dgm:prSet phldrT="[Text]" custT="1"/>
      <dgm:spPr/>
      <dgm:t>
        <a:bodyPr/>
        <a:lstStyle/>
        <a:p>
          <a:r>
            <a:rPr lang="de-DE" sz="1400" smtClean="0"/>
            <a:t>Sinkende Feldstärke</a:t>
          </a:r>
          <a:endParaRPr lang="de-DE" sz="1400"/>
        </a:p>
      </dgm:t>
    </dgm:pt>
    <dgm:pt modelId="{9514303E-7748-41DA-A05E-E27A96BFC43A}" type="parTrans" cxnId="{DEBB59AB-9632-430A-BE2D-FF139BDE4577}">
      <dgm:prSet/>
      <dgm:spPr/>
      <dgm:t>
        <a:bodyPr/>
        <a:lstStyle/>
        <a:p>
          <a:endParaRPr lang="de-DE" sz="4400"/>
        </a:p>
      </dgm:t>
    </dgm:pt>
    <dgm:pt modelId="{D4B693FD-784A-493B-A1CE-F8FFF008579B}" type="sibTrans" cxnId="{DEBB59AB-9632-430A-BE2D-FF139BDE4577}">
      <dgm:prSet/>
      <dgm:spPr/>
      <dgm:t>
        <a:bodyPr/>
        <a:lstStyle/>
        <a:p>
          <a:endParaRPr lang="de-DE" sz="4400"/>
        </a:p>
      </dgm:t>
    </dgm:pt>
    <dgm:pt modelId="{91F6DA2B-6F8C-4127-8324-E7D92C6B8CCF}">
      <dgm:prSet phldrT="[Text]" custT="1"/>
      <dgm:spPr/>
      <dgm:t>
        <a:bodyPr/>
        <a:lstStyle/>
        <a:p>
          <a:r>
            <a:rPr lang="de-DE" sz="1400" smtClean="0"/>
            <a:t>Sinkende Spannung</a:t>
          </a:r>
          <a:endParaRPr lang="de-DE" sz="1400"/>
        </a:p>
      </dgm:t>
    </dgm:pt>
    <dgm:pt modelId="{08C276F2-DBC5-4237-A3B7-C805A4F227B6}" type="parTrans" cxnId="{6F2FE906-ABD8-4CD2-94E6-4D6383E11FA2}">
      <dgm:prSet/>
      <dgm:spPr/>
      <dgm:t>
        <a:bodyPr/>
        <a:lstStyle/>
        <a:p>
          <a:endParaRPr lang="de-DE" sz="4400"/>
        </a:p>
      </dgm:t>
    </dgm:pt>
    <dgm:pt modelId="{B45D3CC4-2ACD-4E8D-A672-C62EBC0B2A04}" type="sibTrans" cxnId="{6F2FE906-ABD8-4CD2-94E6-4D6383E11FA2}">
      <dgm:prSet/>
      <dgm:spPr/>
      <dgm:t>
        <a:bodyPr/>
        <a:lstStyle/>
        <a:p>
          <a:endParaRPr lang="de-DE" sz="4400"/>
        </a:p>
      </dgm:t>
    </dgm:pt>
    <dgm:pt modelId="{B1AFE6A1-B805-4D19-90A3-1D8E6BFE4AC0}">
      <dgm:prSet phldrT="[Text]" custT="1"/>
      <dgm:spPr/>
      <dgm:t>
        <a:bodyPr/>
        <a:lstStyle/>
        <a:p>
          <a:r>
            <a:rPr lang="de-DE" sz="1400" smtClean="0"/>
            <a:t>Steigende Kapazität des Kondensators</a:t>
          </a:r>
          <a:endParaRPr lang="de-DE" sz="1400"/>
        </a:p>
      </dgm:t>
    </dgm:pt>
    <dgm:pt modelId="{3D918016-A19A-4BD9-98A0-B5DCEA6F7217}" type="parTrans" cxnId="{E0C4CD4E-AA56-4991-B292-830E200138F2}">
      <dgm:prSet/>
      <dgm:spPr/>
      <dgm:t>
        <a:bodyPr/>
        <a:lstStyle/>
        <a:p>
          <a:endParaRPr lang="de-DE" sz="4400"/>
        </a:p>
      </dgm:t>
    </dgm:pt>
    <dgm:pt modelId="{14508728-02C8-416B-AC7A-237963B83C08}" type="sibTrans" cxnId="{E0C4CD4E-AA56-4991-B292-830E200138F2}">
      <dgm:prSet/>
      <dgm:spPr/>
      <dgm:t>
        <a:bodyPr/>
        <a:lstStyle/>
        <a:p>
          <a:endParaRPr lang="de-DE" sz="4400"/>
        </a:p>
      </dgm:t>
    </dgm:pt>
    <dgm:pt modelId="{607AA46D-2C64-44DD-8D51-C6DD2235B2A3}" type="pres">
      <dgm:prSet presAssocID="{779EAC84-9758-46BF-B25B-96F228E2FC8D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de-DE"/>
        </a:p>
      </dgm:t>
    </dgm:pt>
    <dgm:pt modelId="{634E86E0-A282-4A80-8EB1-EACCD7148F5C}" type="pres">
      <dgm:prSet presAssocID="{563CAAD4-5EAB-45EE-89A1-1C5A8831A10C}" presName="Accent1" presStyleCnt="0"/>
      <dgm:spPr/>
    </dgm:pt>
    <dgm:pt modelId="{3FD26F54-F9E6-44EC-A856-E55C5C3C1D98}" type="pres">
      <dgm:prSet presAssocID="{563CAAD4-5EAB-45EE-89A1-1C5A8831A10C}" presName="Accent" presStyleLbl="node1" presStyleIdx="0" presStyleCnt="5" custScaleX="125497"/>
      <dgm:spPr>
        <a:solidFill>
          <a:srgbClr val="FF0000"/>
        </a:solidFill>
      </dgm:spPr>
      <dgm:t>
        <a:bodyPr/>
        <a:lstStyle/>
        <a:p>
          <a:endParaRPr lang="de-DE"/>
        </a:p>
      </dgm:t>
    </dgm:pt>
    <dgm:pt modelId="{6B25B064-1F77-4AE9-9FCF-56857178542C}" type="pres">
      <dgm:prSet presAssocID="{563CAAD4-5EAB-45EE-89A1-1C5A8831A10C}" presName="Parent1" presStyleLbl="revTx" presStyleIdx="0" presStyleCnt="5" custScaleX="141848" custLinFactNeighborY="-1836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EA8FC03-04C5-4241-9855-E0BCB19F7E49}" type="pres">
      <dgm:prSet presAssocID="{CAA80479-E752-4AE2-B8CD-49A202928586}" presName="Accent2" presStyleCnt="0"/>
      <dgm:spPr/>
    </dgm:pt>
    <dgm:pt modelId="{DAA632DC-2F3E-49BE-8BAB-DDC7293D143B}" type="pres">
      <dgm:prSet presAssocID="{CAA80479-E752-4AE2-B8CD-49A202928586}" presName="Accent" presStyleLbl="node1" presStyleIdx="1" presStyleCnt="5" custScaleX="125497"/>
      <dgm:spPr>
        <a:solidFill>
          <a:srgbClr val="FF0000">
            <a:alpha val="60000"/>
          </a:srgbClr>
        </a:solidFill>
      </dgm:spPr>
      <dgm:t>
        <a:bodyPr/>
        <a:lstStyle/>
        <a:p>
          <a:endParaRPr lang="de-DE"/>
        </a:p>
      </dgm:t>
    </dgm:pt>
    <dgm:pt modelId="{AC7A898E-EC8F-44A1-9409-BA9ADA896A73}" type="pres">
      <dgm:prSet presAssocID="{CAA80479-E752-4AE2-B8CD-49A202928586}" presName="Parent2" presStyleLbl="revTx" presStyleIdx="1" presStyleCnt="5" custScaleX="141848" custLinFactNeighborY="-1224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EF8C3A8-F964-45D7-A70B-F16EAB499ABC}" type="pres">
      <dgm:prSet presAssocID="{9B664562-6970-4A42-8C20-68D31CD07A17}" presName="Accent3" presStyleCnt="0"/>
      <dgm:spPr/>
    </dgm:pt>
    <dgm:pt modelId="{D6A446EE-1AA2-433E-ACCC-3004763890A4}" type="pres">
      <dgm:prSet presAssocID="{9B664562-6970-4A42-8C20-68D31CD07A17}" presName="Accent" presStyleLbl="node1" presStyleIdx="2" presStyleCnt="5" custScaleX="125497"/>
      <dgm:spPr>
        <a:solidFill>
          <a:srgbClr val="ED7613"/>
        </a:solidFill>
      </dgm:spPr>
      <dgm:t>
        <a:bodyPr/>
        <a:lstStyle/>
        <a:p>
          <a:endParaRPr lang="de-DE"/>
        </a:p>
      </dgm:t>
    </dgm:pt>
    <dgm:pt modelId="{862C6D56-0F2B-4FDC-A6A6-B4A5DA98488B}" type="pres">
      <dgm:prSet presAssocID="{9B664562-6970-4A42-8C20-68D31CD07A17}" presName="Parent3" presStyleLbl="revTx" presStyleIdx="2" presStyleCnt="5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F95A8B4-066F-4765-B2DF-425D93295BB8}" type="pres">
      <dgm:prSet presAssocID="{91F6DA2B-6F8C-4127-8324-E7D92C6B8CCF}" presName="Accent4" presStyleCnt="0"/>
      <dgm:spPr/>
    </dgm:pt>
    <dgm:pt modelId="{0279776E-35ED-4653-B290-A4CC3BD03D6E}" type="pres">
      <dgm:prSet presAssocID="{91F6DA2B-6F8C-4127-8324-E7D92C6B8CCF}" presName="Accent" presStyleLbl="node1" presStyleIdx="3" presStyleCnt="5" custScaleX="125497"/>
      <dgm:spPr>
        <a:solidFill>
          <a:srgbClr val="0070C0"/>
        </a:solidFill>
      </dgm:spPr>
      <dgm:t>
        <a:bodyPr/>
        <a:lstStyle/>
        <a:p>
          <a:endParaRPr lang="de-DE"/>
        </a:p>
      </dgm:t>
    </dgm:pt>
    <dgm:pt modelId="{A7FB78D8-038F-4F7B-9C9C-AE027A9F666A}" type="pres">
      <dgm:prSet presAssocID="{91F6DA2B-6F8C-4127-8324-E7D92C6B8CCF}" presName="Parent4" presStyleLbl="revTx" presStyleIdx="3" presStyleCnt="5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0F508A9C-9327-4261-BEB7-7C15100A88AE}" type="pres">
      <dgm:prSet presAssocID="{B1AFE6A1-B805-4D19-90A3-1D8E6BFE4AC0}" presName="Accent5" presStyleCnt="0"/>
      <dgm:spPr/>
    </dgm:pt>
    <dgm:pt modelId="{DFDAFE7A-F225-49D2-87C6-3E25DAD41819}" type="pres">
      <dgm:prSet presAssocID="{B1AFE6A1-B805-4D19-90A3-1D8E6BFE4AC0}" presName="Accent" presStyleLbl="node1" presStyleIdx="4" presStyleCnt="5" custScaleX="146075"/>
      <dgm:spPr>
        <a:solidFill>
          <a:srgbClr val="0070C0">
            <a:alpha val="60000"/>
          </a:srgbClr>
        </a:solidFill>
      </dgm:spPr>
      <dgm:t>
        <a:bodyPr/>
        <a:lstStyle/>
        <a:p>
          <a:endParaRPr lang="de-DE"/>
        </a:p>
      </dgm:t>
    </dgm:pt>
    <dgm:pt modelId="{C7B09E09-661B-42A9-B366-7B11DDB9429F}" type="pres">
      <dgm:prSet presAssocID="{B1AFE6A1-B805-4D19-90A3-1D8E6BFE4AC0}" presName="Parent5" presStyleLbl="revTx" presStyleIdx="4" presStyleCnt="5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00C41180-EA12-4DED-AC84-CD70978A0F64}" type="presOf" srcId="{CAA80479-E752-4AE2-B8CD-49A202928586}" destId="{AC7A898E-EC8F-44A1-9409-BA9ADA896A73}" srcOrd="0" destOrd="0" presId="urn:microsoft.com/office/officeart/2009/layout/CircleArrowProcess"/>
    <dgm:cxn modelId="{E0C4CD4E-AA56-4991-B292-830E200138F2}" srcId="{779EAC84-9758-46BF-B25B-96F228E2FC8D}" destId="{B1AFE6A1-B805-4D19-90A3-1D8E6BFE4AC0}" srcOrd="4" destOrd="0" parTransId="{3D918016-A19A-4BD9-98A0-B5DCEA6F7217}" sibTransId="{14508728-02C8-416B-AC7A-237963B83C08}"/>
    <dgm:cxn modelId="{DEBB59AB-9632-430A-BE2D-FF139BDE4577}" srcId="{779EAC84-9758-46BF-B25B-96F228E2FC8D}" destId="{9B664562-6970-4A42-8C20-68D31CD07A17}" srcOrd="2" destOrd="0" parTransId="{9514303E-7748-41DA-A05E-E27A96BFC43A}" sibTransId="{D4B693FD-784A-493B-A1CE-F8FFF008579B}"/>
    <dgm:cxn modelId="{060D7A2C-0F7E-4B06-8658-F71558E46501}" type="presOf" srcId="{779EAC84-9758-46BF-B25B-96F228E2FC8D}" destId="{607AA46D-2C64-44DD-8D51-C6DD2235B2A3}" srcOrd="0" destOrd="0" presId="urn:microsoft.com/office/officeart/2009/layout/CircleArrowProcess"/>
    <dgm:cxn modelId="{F21E3CB8-588F-4611-95F4-8039FC40AD13}" type="presOf" srcId="{B1AFE6A1-B805-4D19-90A3-1D8E6BFE4AC0}" destId="{C7B09E09-661B-42A9-B366-7B11DDB9429F}" srcOrd="0" destOrd="0" presId="urn:microsoft.com/office/officeart/2009/layout/CircleArrowProcess"/>
    <dgm:cxn modelId="{867C8A54-9332-4D75-AD91-B806EA020EFF}" srcId="{779EAC84-9758-46BF-B25B-96F228E2FC8D}" destId="{563CAAD4-5EAB-45EE-89A1-1C5A8831A10C}" srcOrd="0" destOrd="0" parTransId="{E4C5CCEF-AA57-428F-9BA8-AC618DD5BD49}" sibTransId="{994E112A-8BDF-408A-9712-660AA8E2E1D4}"/>
    <dgm:cxn modelId="{6F2FE906-ABD8-4CD2-94E6-4D6383E11FA2}" srcId="{779EAC84-9758-46BF-B25B-96F228E2FC8D}" destId="{91F6DA2B-6F8C-4127-8324-E7D92C6B8CCF}" srcOrd="3" destOrd="0" parTransId="{08C276F2-DBC5-4237-A3B7-C805A4F227B6}" sibTransId="{B45D3CC4-2ACD-4E8D-A672-C62EBC0B2A04}"/>
    <dgm:cxn modelId="{0B3AC20B-036A-4DFA-B454-78F6C5753D76}" type="presOf" srcId="{563CAAD4-5EAB-45EE-89A1-1C5A8831A10C}" destId="{6B25B064-1F77-4AE9-9FCF-56857178542C}" srcOrd="0" destOrd="0" presId="urn:microsoft.com/office/officeart/2009/layout/CircleArrowProcess"/>
    <dgm:cxn modelId="{33BC08AB-B2A7-42E0-A80E-0A1551FBF7E9}" type="presOf" srcId="{9B664562-6970-4A42-8C20-68D31CD07A17}" destId="{862C6D56-0F2B-4FDC-A6A6-B4A5DA98488B}" srcOrd="0" destOrd="0" presId="urn:microsoft.com/office/officeart/2009/layout/CircleArrowProcess"/>
    <dgm:cxn modelId="{8C371E4D-DF62-44C1-9696-B626FAE8F27D}" srcId="{779EAC84-9758-46BF-B25B-96F228E2FC8D}" destId="{CAA80479-E752-4AE2-B8CD-49A202928586}" srcOrd="1" destOrd="0" parTransId="{CC0F5109-26E8-4D27-8805-1DECD250E1A3}" sibTransId="{A9DD13F0-F8B0-4854-8E62-9E69F828A573}"/>
    <dgm:cxn modelId="{33173574-636C-4117-AAE9-EC3F88CA0A2C}" type="presOf" srcId="{91F6DA2B-6F8C-4127-8324-E7D92C6B8CCF}" destId="{A7FB78D8-038F-4F7B-9C9C-AE027A9F666A}" srcOrd="0" destOrd="0" presId="urn:microsoft.com/office/officeart/2009/layout/CircleArrowProcess"/>
    <dgm:cxn modelId="{C7958433-799C-4B62-8C4A-7995EE751041}" type="presParOf" srcId="{607AA46D-2C64-44DD-8D51-C6DD2235B2A3}" destId="{634E86E0-A282-4A80-8EB1-EACCD7148F5C}" srcOrd="0" destOrd="0" presId="urn:microsoft.com/office/officeart/2009/layout/CircleArrowProcess"/>
    <dgm:cxn modelId="{FA619D2C-1E7D-4E67-A89C-630AA0CF4319}" type="presParOf" srcId="{634E86E0-A282-4A80-8EB1-EACCD7148F5C}" destId="{3FD26F54-F9E6-44EC-A856-E55C5C3C1D98}" srcOrd="0" destOrd="0" presId="urn:microsoft.com/office/officeart/2009/layout/CircleArrowProcess"/>
    <dgm:cxn modelId="{6ABC9F28-367C-44BB-B727-F783660EA8C9}" type="presParOf" srcId="{607AA46D-2C64-44DD-8D51-C6DD2235B2A3}" destId="{6B25B064-1F77-4AE9-9FCF-56857178542C}" srcOrd="1" destOrd="0" presId="urn:microsoft.com/office/officeart/2009/layout/CircleArrowProcess"/>
    <dgm:cxn modelId="{10FEA710-E49C-49A3-8850-8B5002F7CE65}" type="presParOf" srcId="{607AA46D-2C64-44DD-8D51-C6DD2235B2A3}" destId="{6EA8FC03-04C5-4241-9855-E0BCB19F7E49}" srcOrd="2" destOrd="0" presId="urn:microsoft.com/office/officeart/2009/layout/CircleArrowProcess"/>
    <dgm:cxn modelId="{620A9873-0A4A-414F-B0E3-9AF59AF82FC3}" type="presParOf" srcId="{6EA8FC03-04C5-4241-9855-E0BCB19F7E49}" destId="{DAA632DC-2F3E-49BE-8BAB-DDC7293D143B}" srcOrd="0" destOrd="0" presId="urn:microsoft.com/office/officeart/2009/layout/CircleArrowProcess"/>
    <dgm:cxn modelId="{73E0DC72-94EE-4CE5-9B9A-10BB420C502D}" type="presParOf" srcId="{607AA46D-2C64-44DD-8D51-C6DD2235B2A3}" destId="{AC7A898E-EC8F-44A1-9409-BA9ADA896A73}" srcOrd="3" destOrd="0" presId="urn:microsoft.com/office/officeart/2009/layout/CircleArrowProcess"/>
    <dgm:cxn modelId="{E5B2A2D7-811E-4DE4-8C07-D8048961F139}" type="presParOf" srcId="{607AA46D-2C64-44DD-8D51-C6DD2235B2A3}" destId="{2EF8C3A8-F964-45D7-A70B-F16EAB499ABC}" srcOrd="4" destOrd="0" presId="urn:microsoft.com/office/officeart/2009/layout/CircleArrowProcess"/>
    <dgm:cxn modelId="{9837EDD4-7BB2-4B27-8E02-2C4E27534379}" type="presParOf" srcId="{2EF8C3A8-F964-45D7-A70B-F16EAB499ABC}" destId="{D6A446EE-1AA2-433E-ACCC-3004763890A4}" srcOrd="0" destOrd="0" presId="urn:microsoft.com/office/officeart/2009/layout/CircleArrowProcess"/>
    <dgm:cxn modelId="{E31F0BFC-3A4E-4E08-AFDC-6C9A0F3D90A8}" type="presParOf" srcId="{607AA46D-2C64-44DD-8D51-C6DD2235B2A3}" destId="{862C6D56-0F2B-4FDC-A6A6-B4A5DA98488B}" srcOrd="5" destOrd="0" presId="urn:microsoft.com/office/officeart/2009/layout/CircleArrowProcess"/>
    <dgm:cxn modelId="{2E23D40F-2305-434B-B995-C045CD969D76}" type="presParOf" srcId="{607AA46D-2C64-44DD-8D51-C6DD2235B2A3}" destId="{6F95A8B4-066F-4765-B2DF-425D93295BB8}" srcOrd="6" destOrd="0" presId="urn:microsoft.com/office/officeart/2009/layout/CircleArrowProcess"/>
    <dgm:cxn modelId="{C37E66AA-EB9A-4655-B613-D9D6A3415DAD}" type="presParOf" srcId="{6F95A8B4-066F-4765-B2DF-425D93295BB8}" destId="{0279776E-35ED-4653-B290-A4CC3BD03D6E}" srcOrd="0" destOrd="0" presId="urn:microsoft.com/office/officeart/2009/layout/CircleArrowProcess"/>
    <dgm:cxn modelId="{913EEF1B-A494-4CA1-AB86-DB423953B7FF}" type="presParOf" srcId="{607AA46D-2C64-44DD-8D51-C6DD2235B2A3}" destId="{A7FB78D8-038F-4F7B-9C9C-AE027A9F666A}" srcOrd="7" destOrd="0" presId="urn:microsoft.com/office/officeart/2009/layout/CircleArrowProcess"/>
    <dgm:cxn modelId="{F4B44BB1-E18B-45DE-A4CD-40B69E0B2882}" type="presParOf" srcId="{607AA46D-2C64-44DD-8D51-C6DD2235B2A3}" destId="{0F508A9C-9327-4261-BEB7-7C15100A88AE}" srcOrd="8" destOrd="0" presId="urn:microsoft.com/office/officeart/2009/layout/CircleArrowProcess"/>
    <dgm:cxn modelId="{33F3846C-B0EB-403C-B4D5-92FE8EDB2464}" type="presParOf" srcId="{0F508A9C-9327-4261-BEB7-7C15100A88AE}" destId="{DFDAFE7A-F225-49D2-87C6-3E25DAD41819}" srcOrd="0" destOrd="0" presId="urn:microsoft.com/office/officeart/2009/layout/CircleArrowProcess"/>
    <dgm:cxn modelId="{771E3C79-2EB2-4878-B944-B3FDCA331213}" type="presParOf" srcId="{607AA46D-2C64-44DD-8D51-C6DD2235B2A3}" destId="{C7B09E09-661B-42A9-B366-7B11DDB9429F}" srcOrd="9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79EAC84-9758-46BF-B25B-96F228E2FC8D}" type="doc">
      <dgm:prSet loTypeId="urn:microsoft.com/office/officeart/2009/layout/CircleArrowProcess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de-DE"/>
        </a:p>
      </dgm:t>
    </dgm:pt>
    <dgm:pt modelId="{563CAAD4-5EAB-45EE-89A1-1C5A8831A10C}">
      <dgm:prSet phldrT="[Text]" custT="1"/>
      <dgm:spPr/>
      <dgm:t>
        <a:bodyPr/>
        <a:lstStyle/>
        <a:p>
          <a:r>
            <a:rPr lang="de-DE" sz="1400" smtClean="0"/>
            <a:t>Steigende relative Luftfeuchtigkeit</a:t>
          </a:r>
          <a:endParaRPr lang="de-DE" sz="1400"/>
        </a:p>
      </dgm:t>
    </dgm:pt>
    <dgm:pt modelId="{E4C5CCEF-AA57-428F-9BA8-AC618DD5BD49}" type="parTrans" cxnId="{867C8A54-9332-4D75-AD91-B806EA020EFF}">
      <dgm:prSet/>
      <dgm:spPr/>
      <dgm:t>
        <a:bodyPr/>
        <a:lstStyle/>
        <a:p>
          <a:endParaRPr lang="de-DE" sz="4400"/>
        </a:p>
      </dgm:t>
    </dgm:pt>
    <dgm:pt modelId="{994E112A-8BDF-408A-9712-660AA8E2E1D4}" type="sibTrans" cxnId="{867C8A54-9332-4D75-AD91-B806EA020EFF}">
      <dgm:prSet/>
      <dgm:spPr/>
      <dgm:t>
        <a:bodyPr/>
        <a:lstStyle/>
        <a:p>
          <a:endParaRPr lang="de-DE" sz="4400"/>
        </a:p>
      </dgm:t>
    </dgm:pt>
    <dgm:pt modelId="{CAA80479-E752-4AE2-B8CD-49A202928586}">
      <dgm:prSet phldrT="[Text]" custT="1"/>
      <dgm:spPr/>
      <dgm:t>
        <a:bodyPr/>
        <a:lstStyle/>
        <a:p>
          <a:r>
            <a:rPr lang="de-DE" sz="1400" smtClean="0"/>
            <a:t>Steigende Dielekrizitäts-konstante</a:t>
          </a:r>
          <a:endParaRPr lang="de-DE" sz="1400"/>
        </a:p>
      </dgm:t>
    </dgm:pt>
    <dgm:pt modelId="{CC0F5109-26E8-4D27-8805-1DECD250E1A3}" type="parTrans" cxnId="{8C371E4D-DF62-44C1-9696-B626FAE8F27D}">
      <dgm:prSet/>
      <dgm:spPr/>
      <dgm:t>
        <a:bodyPr/>
        <a:lstStyle/>
        <a:p>
          <a:endParaRPr lang="de-DE" sz="4400"/>
        </a:p>
      </dgm:t>
    </dgm:pt>
    <dgm:pt modelId="{A9DD13F0-F8B0-4854-8E62-9E69F828A573}" type="sibTrans" cxnId="{8C371E4D-DF62-44C1-9696-B626FAE8F27D}">
      <dgm:prSet/>
      <dgm:spPr/>
      <dgm:t>
        <a:bodyPr/>
        <a:lstStyle/>
        <a:p>
          <a:endParaRPr lang="de-DE" sz="4400"/>
        </a:p>
      </dgm:t>
    </dgm:pt>
    <dgm:pt modelId="{9B664562-6970-4A42-8C20-68D31CD07A17}">
      <dgm:prSet phldrT="[Text]" custT="1"/>
      <dgm:spPr/>
      <dgm:t>
        <a:bodyPr/>
        <a:lstStyle/>
        <a:p>
          <a:r>
            <a:rPr lang="de-DE" sz="1400" smtClean="0"/>
            <a:t>Sinkende Feldstärke</a:t>
          </a:r>
          <a:endParaRPr lang="de-DE" sz="1400"/>
        </a:p>
      </dgm:t>
    </dgm:pt>
    <dgm:pt modelId="{9514303E-7748-41DA-A05E-E27A96BFC43A}" type="parTrans" cxnId="{DEBB59AB-9632-430A-BE2D-FF139BDE4577}">
      <dgm:prSet/>
      <dgm:spPr/>
      <dgm:t>
        <a:bodyPr/>
        <a:lstStyle/>
        <a:p>
          <a:endParaRPr lang="de-DE" sz="4400"/>
        </a:p>
      </dgm:t>
    </dgm:pt>
    <dgm:pt modelId="{D4B693FD-784A-493B-A1CE-F8FFF008579B}" type="sibTrans" cxnId="{DEBB59AB-9632-430A-BE2D-FF139BDE4577}">
      <dgm:prSet/>
      <dgm:spPr/>
      <dgm:t>
        <a:bodyPr/>
        <a:lstStyle/>
        <a:p>
          <a:endParaRPr lang="de-DE" sz="4400"/>
        </a:p>
      </dgm:t>
    </dgm:pt>
    <dgm:pt modelId="{91F6DA2B-6F8C-4127-8324-E7D92C6B8CCF}">
      <dgm:prSet phldrT="[Text]" custT="1"/>
      <dgm:spPr/>
      <dgm:t>
        <a:bodyPr/>
        <a:lstStyle/>
        <a:p>
          <a:r>
            <a:rPr lang="de-DE" sz="1400" smtClean="0"/>
            <a:t>Sinkende Spannung</a:t>
          </a:r>
          <a:endParaRPr lang="de-DE" sz="1400"/>
        </a:p>
      </dgm:t>
    </dgm:pt>
    <dgm:pt modelId="{08C276F2-DBC5-4237-A3B7-C805A4F227B6}" type="parTrans" cxnId="{6F2FE906-ABD8-4CD2-94E6-4D6383E11FA2}">
      <dgm:prSet/>
      <dgm:spPr/>
      <dgm:t>
        <a:bodyPr/>
        <a:lstStyle/>
        <a:p>
          <a:endParaRPr lang="de-DE" sz="4400"/>
        </a:p>
      </dgm:t>
    </dgm:pt>
    <dgm:pt modelId="{B45D3CC4-2ACD-4E8D-A672-C62EBC0B2A04}" type="sibTrans" cxnId="{6F2FE906-ABD8-4CD2-94E6-4D6383E11FA2}">
      <dgm:prSet/>
      <dgm:spPr/>
      <dgm:t>
        <a:bodyPr/>
        <a:lstStyle/>
        <a:p>
          <a:endParaRPr lang="de-DE" sz="4400"/>
        </a:p>
      </dgm:t>
    </dgm:pt>
    <dgm:pt modelId="{B1AFE6A1-B805-4D19-90A3-1D8E6BFE4AC0}">
      <dgm:prSet phldrT="[Text]" custT="1"/>
      <dgm:spPr/>
      <dgm:t>
        <a:bodyPr/>
        <a:lstStyle/>
        <a:p>
          <a:r>
            <a:rPr lang="de-DE" sz="1400" smtClean="0"/>
            <a:t>Steigende Kapazität des Kondensators</a:t>
          </a:r>
          <a:endParaRPr lang="de-DE" sz="1400"/>
        </a:p>
      </dgm:t>
    </dgm:pt>
    <dgm:pt modelId="{3D918016-A19A-4BD9-98A0-B5DCEA6F7217}" type="parTrans" cxnId="{E0C4CD4E-AA56-4991-B292-830E200138F2}">
      <dgm:prSet/>
      <dgm:spPr/>
      <dgm:t>
        <a:bodyPr/>
        <a:lstStyle/>
        <a:p>
          <a:endParaRPr lang="de-DE" sz="4400"/>
        </a:p>
      </dgm:t>
    </dgm:pt>
    <dgm:pt modelId="{14508728-02C8-416B-AC7A-237963B83C08}" type="sibTrans" cxnId="{E0C4CD4E-AA56-4991-B292-830E200138F2}">
      <dgm:prSet/>
      <dgm:spPr/>
      <dgm:t>
        <a:bodyPr/>
        <a:lstStyle/>
        <a:p>
          <a:endParaRPr lang="de-DE" sz="4400"/>
        </a:p>
      </dgm:t>
    </dgm:pt>
    <dgm:pt modelId="{607AA46D-2C64-44DD-8D51-C6DD2235B2A3}" type="pres">
      <dgm:prSet presAssocID="{779EAC84-9758-46BF-B25B-96F228E2FC8D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de-DE"/>
        </a:p>
      </dgm:t>
    </dgm:pt>
    <dgm:pt modelId="{634E86E0-A282-4A80-8EB1-EACCD7148F5C}" type="pres">
      <dgm:prSet presAssocID="{563CAAD4-5EAB-45EE-89A1-1C5A8831A10C}" presName="Accent1" presStyleCnt="0"/>
      <dgm:spPr/>
    </dgm:pt>
    <dgm:pt modelId="{3FD26F54-F9E6-44EC-A856-E55C5C3C1D98}" type="pres">
      <dgm:prSet presAssocID="{563CAAD4-5EAB-45EE-89A1-1C5A8831A10C}" presName="Accent" presStyleLbl="node1" presStyleIdx="0" presStyleCnt="5" custScaleX="125497"/>
      <dgm:spPr>
        <a:solidFill>
          <a:srgbClr val="FF0000"/>
        </a:solidFill>
      </dgm:spPr>
      <dgm:t>
        <a:bodyPr/>
        <a:lstStyle/>
        <a:p>
          <a:endParaRPr lang="de-DE"/>
        </a:p>
      </dgm:t>
    </dgm:pt>
    <dgm:pt modelId="{6B25B064-1F77-4AE9-9FCF-56857178542C}" type="pres">
      <dgm:prSet presAssocID="{563CAAD4-5EAB-45EE-89A1-1C5A8831A10C}" presName="Parent1" presStyleLbl="revTx" presStyleIdx="0" presStyleCnt="5" custScaleX="141848" custLinFactNeighborY="-1836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EA8FC03-04C5-4241-9855-E0BCB19F7E49}" type="pres">
      <dgm:prSet presAssocID="{CAA80479-E752-4AE2-B8CD-49A202928586}" presName="Accent2" presStyleCnt="0"/>
      <dgm:spPr/>
    </dgm:pt>
    <dgm:pt modelId="{DAA632DC-2F3E-49BE-8BAB-DDC7293D143B}" type="pres">
      <dgm:prSet presAssocID="{CAA80479-E752-4AE2-B8CD-49A202928586}" presName="Accent" presStyleLbl="node1" presStyleIdx="1" presStyleCnt="5" custScaleX="125497"/>
      <dgm:spPr>
        <a:solidFill>
          <a:srgbClr val="FF0000">
            <a:alpha val="60000"/>
          </a:srgbClr>
        </a:solidFill>
      </dgm:spPr>
      <dgm:t>
        <a:bodyPr/>
        <a:lstStyle/>
        <a:p>
          <a:endParaRPr lang="de-DE"/>
        </a:p>
      </dgm:t>
    </dgm:pt>
    <dgm:pt modelId="{AC7A898E-EC8F-44A1-9409-BA9ADA896A73}" type="pres">
      <dgm:prSet presAssocID="{CAA80479-E752-4AE2-B8CD-49A202928586}" presName="Parent2" presStyleLbl="revTx" presStyleIdx="1" presStyleCnt="5" custScaleX="141848" custLinFactNeighborY="-1224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EF8C3A8-F964-45D7-A70B-F16EAB499ABC}" type="pres">
      <dgm:prSet presAssocID="{9B664562-6970-4A42-8C20-68D31CD07A17}" presName="Accent3" presStyleCnt="0"/>
      <dgm:spPr/>
    </dgm:pt>
    <dgm:pt modelId="{D6A446EE-1AA2-433E-ACCC-3004763890A4}" type="pres">
      <dgm:prSet presAssocID="{9B664562-6970-4A42-8C20-68D31CD07A17}" presName="Accent" presStyleLbl="node1" presStyleIdx="2" presStyleCnt="5" custScaleX="125497"/>
      <dgm:spPr>
        <a:solidFill>
          <a:srgbClr val="ED7613"/>
        </a:solidFill>
      </dgm:spPr>
      <dgm:t>
        <a:bodyPr/>
        <a:lstStyle/>
        <a:p>
          <a:endParaRPr lang="de-DE"/>
        </a:p>
      </dgm:t>
    </dgm:pt>
    <dgm:pt modelId="{862C6D56-0F2B-4FDC-A6A6-B4A5DA98488B}" type="pres">
      <dgm:prSet presAssocID="{9B664562-6970-4A42-8C20-68D31CD07A17}" presName="Parent3" presStyleLbl="revTx" presStyleIdx="2" presStyleCnt="5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F95A8B4-066F-4765-B2DF-425D93295BB8}" type="pres">
      <dgm:prSet presAssocID="{91F6DA2B-6F8C-4127-8324-E7D92C6B8CCF}" presName="Accent4" presStyleCnt="0"/>
      <dgm:spPr/>
    </dgm:pt>
    <dgm:pt modelId="{0279776E-35ED-4653-B290-A4CC3BD03D6E}" type="pres">
      <dgm:prSet presAssocID="{91F6DA2B-6F8C-4127-8324-E7D92C6B8CCF}" presName="Accent" presStyleLbl="node1" presStyleIdx="3" presStyleCnt="5" custScaleX="125497"/>
      <dgm:spPr>
        <a:solidFill>
          <a:srgbClr val="0070C0"/>
        </a:solidFill>
      </dgm:spPr>
      <dgm:t>
        <a:bodyPr/>
        <a:lstStyle/>
        <a:p>
          <a:endParaRPr lang="de-DE"/>
        </a:p>
      </dgm:t>
    </dgm:pt>
    <dgm:pt modelId="{A7FB78D8-038F-4F7B-9C9C-AE027A9F666A}" type="pres">
      <dgm:prSet presAssocID="{91F6DA2B-6F8C-4127-8324-E7D92C6B8CCF}" presName="Parent4" presStyleLbl="revTx" presStyleIdx="3" presStyleCnt="5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0F508A9C-9327-4261-BEB7-7C15100A88AE}" type="pres">
      <dgm:prSet presAssocID="{B1AFE6A1-B805-4D19-90A3-1D8E6BFE4AC0}" presName="Accent5" presStyleCnt="0"/>
      <dgm:spPr/>
    </dgm:pt>
    <dgm:pt modelId="{DFDAFE7A-F225-49D2-87C6-3E25DAD41819}" type="pres">
      <dgm:prSet presAssocID="{B1AFE6A1-B805-4D19-90A3-1D8E6BFE4AC0}" presName="Accent" presStyleLbl="node1" presStyleIdx="4" presStyleCnt="5" custScaleX="146075"/>
      <dgm:spPr>
        <a:solidFill>
          <a:srgbClr val="0070C0">
            <a:alpha val="60000"/>
          </a:srgbClr>
        </a:solidFill>
      </dgm:spPr>
      <dgm:t>
        <a:bodyPr/>
        <a:lstStyle/>
        <a:p>
          <a:endParaRPr lang="de-DE"/>
        </a:p>
      </dgm:t>
    </dgm:pt>
    <dgm:pt modelId="{C7B09E09-661B-42A9-B366-7B11DDB9429F}" type="pres">
      <dgm:prSet presAssocID="{B1AFE6A1-B805-4D19-90A3-1D8E6BFE4AC0}" presName="Parent5" presStyleLbl="revTx" presStyleIdx="4" presStyleCnt="5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00C41180-EA12-4DED-AC84-CD70978A0F64}" type="presOf" srcId="{CAA80479-E752-4AE2-B8CD-49A202928586}" destId="{AC7A898E-EC8F-44A1-9409-BA9ADA896A73}" srcOrd="0" destOrd="0" presId="urn:microsoft.com/office/officeart/2009/layout/CircleArrowProcess"/>
    <dgm:cxn modelId="{E0C4CD4E-AA56-4991-B292-830E200138F2}" srcId="{779EAC84-9758-46BF-B25B-96F228E2FC8D}" destId="{B1AFE6A1-B805-4D19-90A3-1D8E6BFE4AC0}" srcOrd="4" destOrd="0" parTransId="{3D918016-A19A-4BD9-98A0-B5DCEA6F7217}" sibTransId="{14508728-02C8-416B-AC7A-237963B83C08}"/>
    <dgm:cxn modelId="{DEBB59AB-9632-430A-BE2D-FF139BDE4577}" srcId="{779EAC84-9758-46BF-B25B-96F228E2FC8D}" destId="{9B664562-6970-4A42-8C20-68D31CD07A17}" srcOrd="2" destOrd="0" parTransId="{9514303E-7748-41DA-A05E-E27A96BFC43A}" sibTransId="{D4B693FD-784A-493B-A1CE-F8FFF008579B}"/>
    <dgm:cxn modelId="{060D7A2C-0F7E-4B06-8658-F71558E46501}" type="presOf" srcId="{779EAC84-9758-46BF-B25B-96F228E2FC8D}" destId="{607AA46D-2C64-44DD-8D51-C6DD2235B2A3}" srcOrd="0" destOrd="0" presId="urn:microsoft.com/office/officeart/2009/layout/CircleArrowProcess"/>
    <dgm:cxn modelId="{F21E3CB8-588F-4611-95F4-8039FC40AD13}" type="presOf" srcId="{B1AFE6A1-B805-4D19-90A3-1D8E6BFE4AC0}" destId="{C7B09E09-661B-42A9-B366-7B11DDB9429F}" srcOrd="0" destOrd="0" presId="urn:microsoft.com/office/officeart/2009/layout/CircleArrowProcess"/>
    <dgm:cxn modelId="{867C8A54-9332-4D75-AD91-B806EA020EFF}" srcId="{779EAC84-9758-46BF-B25B-96F228E2FC8D}" destId="{563CAAD4-5EAB-45EE-89A1-1C5A8831A10C}" srcOrd="0" destOrd="0" parTransId="{E4C5CCEF-AA57-428F-9BA8-AC618DD5BD49}" sibTransId="{994E112A-8BDF-408A-9712-660AA8E2E1D4}"/>
    <dgm:cxn modelId="{6F2FE906-ABD8-4CD2-94E6-4D6383E11FA2}" srcId="{779EAC84-9758-46BF-B25B-96F228E2FC8D}" destId="{91F6DA2B-6F8C-4127-8324-E7D92C6B8CCF}" srcOrd="3" destOrd="0" parTransId="{08C276F2-DBC5-4237-A3B7-C805A4F227B6}" sibTransId="{B45D3CC4-2ACD-4E8D-A672-C62EBC0B2A04}"/>
    <dgm:cxn modelId="{0B3AC20B-036A-4DFA-B454-78F6C5753D76}" type="presOf" srcId="{563CAAD4-5EAB-45EE-89A1-1C5A8831A10C}" destId="{6B25B064-1F77-4AE9-9FCF-56857178542C}" srcOrd="0" destOrd="0" presId="urn:microsoft.com/office/officeart/2009/layout/CircleArrowProcess"/>
    <dgm:cxn modelId="{33BC08AB-B2A7-42E0-A80E-0A1551FBF7E9}" type="presOf" srcId="{9B664562-6970-4A42-8C20-68D31CD07A17}" destId="{862C6D56-0F2B-4FDC-A6A6-B4A5DA98488B}" srcOrd="0" destOrd="0" presId="urn:microsoft.com/office/officeart/2009/layout/CircleArrowProcess"/>
    <dgm:cxn modelId="{8C371E4D-DF62-44C1-9696-B626FAE8F27D}" srcId="{779EAC84-9758-46BF-B25B-96F228E2FC8D}" destId="{CAA80479-E752-4AE2-B8CD-49A202928586}" srcOrd="1" destOrd="0" parTransId="{CC0F5109-26E8-4D27-8805-1DECD250E1A3}" sibTransId="{A9DD13F0-F8B0-4854-8E62-9E69F828A573}"/>
    <dgm:cxn modelId="{33173574-636C-4117-AAE9-EC3F88CA0A2C}" type="presOf" srcId="{91F6DA2B-6F8C-4127-8324-E7D92C6B8CCF}" destId="{A7FB78D8-038F-4F7B-9C9C-AE027A9F666A}" srcOrd="0" destOrd="0" presId="urn:microsoft.com/office/officeart/2009/layout/CircleArrowProcess"/>
    <dgm:cxn modelId="{C7958433-799C-4B62-8C4A-7995EE751041}" type="presParOf" srcId="{607AA46D-2C64-44DD-8D51-C6DD2235B2A3}" destId="{634E86E0-A282-4A80-8EB1-EACCD7148F5C}" srcOrd="0" destOrd="0" presId="urn:microsoft.com/office/officeart/2009/layout/CircleArrowProcess"/>
    <dgm:cxn modelId="{FA619D2C-1E7D-4E67-A89C-630AA0CF4319}" type="presParOf" srcId="{634E86E0-A282-4A80-8EB1-EACCD7148F5C}" destId="{3FD26F54-F9E6-44EC-A856-E55C5C3C1D98}" srcOrd="0" destOrd="0" presId="urn:microsoft.com/office/officeart/2009/layout/CircleArrowProcess"/>
    <dgm:cxn modelId="{6ABC9F28-367C-44BB-B727-F783660EA8C9}" type="presParOf" srcId="{607AA46D-2C64-44DD-8D51-C6DD2235B2A3}" destId="{6B25B064-1F77-4AE9-9FCF-56857178542C}" srcOrd="1" destOrd="0" presId="urn:microsoft.com/office/officeart/2009/layout/CircleArrowProcess"/>
    <dgm:cxn modelId="{10FEA710-E49C-49A3-8850-8B5002F7CE65}" type="presParOf" srcId="{607AA46D-2C64-44DD-8D51-C6DD2235B2A3}" destId="{6EA8FC03-04C5-4241-9855-E0BCB19F7E49}" srcOrd="2" destOrd="0" presId="urn:microsoft.com/office/officeart/2009/layout/CircleArrowProcess"/>
    <dgm:cxn modelId="{620A9873-0A4A-414F-B0E3-9AF59AF82FC3}" type="presParOf" srcId="{6EA8FC03-04C5-4241-9855-E0BCB19F7E49}" destId="{DAA632DC-2F3E-49BE-8BAB-DDC7293D143B}" srcOrd="0" destOrd="0" presId="urn:microsoft.com/office/officeart/2009/layout/CircleArrowProcess"/>
    <dgm:cxn modelId="{73E0DC72-94EE-4CE5-9B9A-10BB420C502D}" type="presParOf" srcId="{607AA46D-2C64-44DD-8D51-C6DD2235B2A3}" destId="{AC7A898E-EC8F-44A1-9409-BA9ADA896A73}" srcOrd="3" destOrd="0" presId="urn:microsoft.com/office/officeart/2009/layout/CircleArrowProcess"/>
    <dgm:cxn modelId="{E5B2A2D7-811E-4DE4-8C07-D8048961F139}" type="presParOf" srcId="{607AA46D-2C64-44DD-8D51-C6DD2235B2A3}" destId="{2EF8C3A8-F964-45D7-A70B-F16EAB499ABC}" srcOrd="4" destOrd="0" presId="urn:microsoft.com/office/officeart/2009/layout/CircleArrowProcess"/>
    <dgm:cxn modelId="{9837EDD4-7BB2-4B27-8E02-2C4E27534379}" type="presParOf" srcId="{2EF8C3A8-F964-45D7-A70B-F16EAB499ABC}" destId="{D6A446EE-1AA2-433E-ACCC-3004763890A4}" srcOrd="0" destOrd="0" presId="urn:microsoft.com/office/officeart/2009/layout/CircleArrowProcess"/>
    <dgm:cxn modelId="{E31F0BFC-3A4E-4E08-AFDC-6C9A0F3D90A8}" type="presParOf" srcId="{607AA46D-2C64-44DD-8D51-C6DD2235B2A3}" destId="{862C6D56-0F2B-4FDC-A6A6-B4A5DA98488B}" srcOrd="5" destOrd="0" presId="urn:microsoft.com/office/officeart/2009/layout/CircleArrowProcess"/>
    <dgm:cxn modelId="{2E23D40F-2305-434B-B995-C045CD969D76}" type="presParOf" srcId="{607AA46D-2C64-44DD-8D51-C6DD2235B2A3}" destId="{6F95A8B4-066F-4765-B2DF-425D93295BB8}" srcOrd="6" destOrd="0" presId="urn:microsoft.com/office/officeart/2009/layout/CircleArrowProcess"/>
    <dgm:cxn modelId="{C37E66AA-EB9A-4655-B613-D9D6A3415DAD}" type="presParOf" srcId="{6F95A8B4-066F-4765-B2DF-425D93295BB8}" destId="{0279776E-35ED-4653-B290-A4CC3BD03D6E}" srcOrd="0" destOrd="0" presId="urn:microsoft.com/office/officeart/2009/layout/CircleArrowProcess"/>
    <dgm:cxn modelId="{913EEF1B-A494-4CA1-AB86-DB423953B7FF}" type="presParOf" srcId="{607AA46D-2C64-44DD-8D51-C6DD2235B2A3}" destId="{A7FB78D8-038F-4F7B-9C9C-AE027A9F666A}" srcOrd="7" destOrd="0" presId="urn:microsoft.com/office/officeart/2009/layout/CircleArrowProcess"/>
    <dgm:cxn modelId="{F4B44BB1-E18B-45DE-A4CD-40B69E0B2882}" type="presParOf" srcId="{607AA46D-2C64-44DD-8D51-C6DD2235B2A3}" destId="{0F508A9C-9327-4261-BEB7-7C15100A88AE}" srcOrd="8" destOrd="0" presId="urn:microsoft.com/office/officeart/2009/layout/CircleArrowProcess"/>
    <dgm:cxn modelId="{33F3846C-B0EB-403C-B4D5-92FE8EDB2464}" type="presParOf" srcId="{0F508A9C-9327-4261-BEB7-7C15100A88AE}" destId="{DFDAFE7A-F225-49D2-87C6-3E25DAD41819}" srcOrd="0" destOrd="0" presId="urn:microsoft.com/office/officeart/2009/layout/CircleArrowProcess"/>
    <dgm:cxn modelId="{771E3C79-2EB2-4878-B944-B3FDCA331213}" type="presParOf" srcId="{607AA46D-2C64-44DD-8D51-C6DD2235B2A3}" destId="{C7B09E09-661B-42A9-B366-7B11DDB9429F}" srcOrd="9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D26F54-F9E6-44EC-A856-E55C5C3C1D98}">
      <dsp:nvSpPr>
        <dsp:cNvPr id="0" name=""/>
        <dsp:cNvSpPr/>
      </dsp:nvSpPr>
      <dsp:spPr>
        <a:xfrm>
          <a:off x="947796" y="0"/>
          <a:ext cx="2241352" cy="1786070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rgbClr val="FF00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B25B064-1F77-4AE9-9FCF-56857178542C}">
      <dsp:nvSpPr>
        <dsp:cNvPr id="0" name=""/>
        <dsp:cNvSpPr/>
      </dsp:nvSpPr>
      <dsp:spPr>
        <a:xfrm>
          <a:off x="1361253" y="555405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relative Luftfeuchtigkeit</a:t>
          </a:r>
          <a:endParaRPr lang="de-DE" sz="1400" kern="1200"/>
        </a:p>
      </dsp:txBody>
      <dsp:txXfrm>
        <a:off x="1361253" y="555405"/>
        <a:ext cx="1413768" cy="498116"/>
      </dsp:txXfrm>
    </dsp:sp>
    <dsp:sp modelId="{DAA632DC-2F3E-49BE-8BAB-DDC7293D143B}">
      <dsp:nvSpPr>
        <dsp:cNvPr id="0" name=""/>
        <dsp:cNvSpPr/>
      </dsp:nvSpPr>
      <dsp:spPr>
        <a:xfrm>
          <a:off x="451635" y="1026212"/>
          <a:ext cx="2241352" cy="1786070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FF0000">
            <a:alpha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C7A898E-EC8F-44A1-9409-BA9ADA896A73}">
      <dsp:nvSpPr>
        <dsp:cNvPr id="0" name=""/>
        <dsp:cNvSpPr/>
      </dsp:nvSpPr>
      <dsp:spPr>
        <a:xfrm>
          <a:off x="863082" y="1614408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Dielekrizitäts-konstante</a:t>
          </a:r>
          <a:endParaRPr lang="de-DE" sz="1400" kern="1200"/>
        </a:p>
      </dsp:txBody>
      <dsp:txXfrm>
        <a:off x="863082" y="1614408"/>
        <a:ext cx="1413768" cy="498116"/>
      </dsp:txXfrm>
    </dsp:sp>
    <dsp:sp modelId="{D6A446EE-1AA2-433E-ACCC-3004763890A4}">
      <dsp:nvSpPr>
        <dsp:cNvPr id="0" name=""/>
        <dsp:cNvSpPr/>
      </dsp:nvSpPr>
      <dsp:spPr>
        <a:xfrm>
          <a:off x="947796" y="2057036"/>
          <a:ext cx="2241352" cy="1786070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rgbClr val="ED7613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62C6D56-0F2B-4FDC-A6A6-B4A5DA98488B}">
      <dsp:nvSpPr>
        <dsp:cNvPr id="0" name=""/>
        <dsp:cNvSpPr/>
      </dsp:nvSpPr>
      <dsp:spPr>
        <a:xfrm>
          <a:off x="1361253" y="2703319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Sinkende Feldstärke</a:t>
          </a:r>
          <a:endParaRPr lang="de-DE" sz="1400" kern="1200"/>
        </a:p>
      </dsp:txBody>
      <dsp:txXfrm>
        <a:off x="1361253" y="2703319"/>
        <a:ext cx="1413768" cy="498116"/>
      </dsp:txXfrm>
    </dsp:sp>
    <dsp:sp modelId="{0279776E-35ED-4653-B290-A4CC3BD03D6E}">
      <dsp:nvSpPr>
        <dsp:cNvPr id="0" name=""/>
        <dsp:cNvSpPr/>
      </dsp:nvSpPr>
      <dsp:spPr>
        <a:xfrm>
          <a:off x="451635" y="3084978"/>
          <a:ext cx="2241352" cy="1786070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0070C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7FB78D8-038F-4F7B-9C9C-AE027A9F666A}">
      <dsp:nvSpPr>
        <dsp:cNvPr id="0" name=""/>
        <dsp:cNvSpPr/>
      </dsp:nvSpPr>
      <dsp:spPr>
        <a:xfrm>
          <a:off x="863082" y="3731837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Sinkende Spannung</a:t>
          </a:r>
          <a:endParaRPr lang="de-DE" sz="1400" kern="1200"/>
        </a:p>
      </dsp:txBody>
      <dsp:txXfrm>
        <a:off x="863082" y="3731837"/>
        <a:ext cx="1413768" cy="498116"/>
      </dsp:txXfrm>
    </dsp:sp>
    <dsp:sp modelId="{DFDAFE7A-F225-49D2-87C6-3E25DAD41819}">
      <dsp:nvSpPr>
        <dsp:cNvPr id="0" name=""/>
        <dsp:cNvSpPr/>
      </dsp:nvSpPr>
      <dsp:spPr>
        <a:xfrm>
          <a:off x="948971" y="4229954"/>
          <a:ext cx="2241348" cy="1535282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rgbClr val="0070C0">
            <a:alpha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7B09E09-661B-42A9-B366-7B11DDB9429F}">
      <dsp:nvSpPr>
        <dsp:cNvPr id="0" name=""/>
        <dsp:cNvSpPr/>
      </dsp:nvSpPr>
      <dsp:spPr>
        <a:xfrm>
          <a:off x="1361253" y="4760356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Kapazität des Kondensators</a:t>
          </a:r>
          <a:endParaRPr lang="de-DE" sz="1400" kern="1200"/>
        </a:p>
      </dsp:txBody>
      <dsp:txXfrm>
        <a:off x="1361253" y="4760356"/>
        <a:ext cx="1413768" cy="4981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D26F54-F9E6-44EC-A856-E55C5C3C1D98}">
      <dsp:nvSpPr>
        <dsp:cNvPr id="0" name=""/>
        <dsp:cNvSpPr/>
      </dsp:nvSpPr>
      <dsp:spPr>
        <a:xfrm>
          <a:off x="947796" y="0"/>
          <a:ext cx="2241352" cy="1786070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rgbClr val="FF00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B25B064-1F77-4AE9-9FCF-56857178542C}">
      <dsp:nvSpPr>
        <dsp:cNvPr id="0" name=""/>
        <dsp:cNvSpPr/>
      </dsp:nvSpPr>
      <dsp:spPr>
        <a:xfrm>
          <a:off x="1361253" y="555405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relative Luftfeuchtigkeit</a:t>
          </a:r>
          <a:endParaRPr lang="de-DE" sz="1400" kern="1200"/>
        </a:p>
      </dsp:txBody>
      <dsp:txXfrm>
        <a:off x="1361253" y="555405"/>
        <a:ext cx="1413768" cy="498116"/>
      </dsp:txXfrm>
    </dsp:sp>
    <dsp:sp modelId="{DAA632DC-2F3E-49BE-8BAB-DDC7293D143B}">
      <dsp:nvSpPr>
        <dsp:cNvPr id="0" name=""/>
        <dsp:cNvSpPr/>
      </dsp:nvSpPr>
      <dsp:spPr>
        <a:xfrm>
          <a:off x="451635" y="1026212"/>
          <a:ext cx="2241352" cy="1786070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FF0000">
            <a:alpha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C7A898E-EC8F-44A1-9409-BA9ADA896A73}">
      <dsp:nvSpPr>
        <dsp:cNvPr id="0" name=""/>
        <dsp:cNvSpPr/>
      </dsp:nvSpPr>
      <dsp:spPr>
        <a:xfrm>
          <a:off x="863082" y="1614408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Dielekrizitäts-konstante</a:t>
          </a:r>
          <a:endParaRPr lang="de-DE" sz="1400" kern="1200"/>
        </a:p>
      </dsp:txBody>
      <dsp:txXfrm>
        <a:off x="863082" y="1614408"/>
        <a:ext cx="1413768" cy="498116"/>
      </dsp:txXfrm>
    </dsp:sp>
    <dsp:sp modelId="{D6A446EE-1AA2-433E-ACCC-3004763890A4}">
      <dsp:nvSpPr>
        <dsp:cNvPr id="0" name=""/>
        <dsp:cNvSpPr/>
      </dsp:nvSpPr>
      <dsp:spPr>
        <a:xfrm>
          <a:off x="947796" y="2057036"/>
          <a:ext cx="2241352" cy="1786070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rgbClr val="ED7613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62C6D56-0F2B-4FDC-A6A6-B4A5DA98488B}">
      <dsp:nvSpPr>
        <dsp:cNvPr id="0" name=""/>
        <dsp:cNvSpPr/>
      </dsp:nvSpPr>
      <dsp:spPr>
        <a:xfrm>
          <a:off x="1361253" y="2703319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Sinkende Feldstärke</a:t>
          </a:r>
          <a:endParaRPr lang="de-DE" sz="1400" kern="1200"/>
        </a:p>
      </dsp:txBody>
      <dsp:txXfrm>
        <a:off x="1361253" y="2703319"/>
        <a:ext cx="1413768" cy="498116"/>
      </dsp:txXfrm>
    </dsp:sp>
    <dsp:sp modelId="{0279776E-35ED-4653-B290-A4CC3BD03D6E}">
      <dsp:nvSpPr>
        <dsp:cNvPr id="0" name=""/>
        <dsp:cNvSpPr/>
      </dsp:nvSpPr>
      <dsp:spPr>
        <a:xfrm>
          <a:off x="451635" y="3084978"/>
          <a:ext cx="2241352" cy="1786070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0070C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7FB78D8-038F-4F7B-9C9C-AE027A9F666A}">
      <dsp:nvSpPr>
        <dsp:cNvPr id="0" name=""/>
        <dsp:cNvSpPr/>
      </dsp:nvSpPr>
      <dsp:spPr>
        <a:xfrm>
          <a:off x="863082" y="3731837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Sinkende Spannung</a:t>
          </a:r>
          <a:endParaRPr lang="de-DE" sz="1400" kern="1200"/>
        </a:p>
      </dsp:txBody>
      <dsp:txXfrm>
        <a:off x="863082" y="3731837"/>
        <a:ext cx="1413768" cy="498116"/>
      </dsp:txXfrm>
    </dsp:sp>
    <dsp:sp modelId="{DFDAFE7A-F225-49D2-87C6-3E25DAD41819}">
      <dsp:nvSpPr>
        <dsp:cNvPr id="0" name=""/>
        <dsp:cNvSpPr/>
      </dsp:nvSpPr>
      <dsp:spPr>
        <a:xfrm>
          <a:off x="948971" y="4229954"/>
          <a:ext cx="2241348" cy="1535282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rgbClr val="0070C0">
            <a:alpha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7B09E09-661B-42A9-B366-7B11DDB9429F}">
      <dsp:nvSpPr>
        <dsp:cNvPr id="0" name=""/>
        <dsp:cNvSpPr/>
      </dsp:nvSpPr>
      <dsp:spPr>
        <a:xfrm>
          <a:off x="1361253" y="4760356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Kapazität des Kondensators</a:t>
          </a:r>
          <a:endParaRPr lang="de-DE" sz="1400" kern="1200"/>
        </a:p>
      </dsp:txBody>
      <dsp:txXfrm>
        <a:off x="1361253" y="4760356"/>
        <a:ext cx="1413768" cy="4981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D26F54-F9E6-44EC-A856-E55C5C3C1D98}">
      <dsp:nvSpPr>
        <dsp:cNvPr id="0" name=""/>
        <dsp:cNvSpPr/>
      </dsp:nvSpPr>
      <dsp:spPr>
        <a:xfrm>
          <a:off x="744668" y="1368418"/>
          <a:ext cx="2532995" cy="2018429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rgbClr val="FF00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B25B064-1F77-4AE9-9FCF-56857178542C}">
      <dsp:nvSpPr>
        <dsp:cNvPr id="0" name=""/>
        <dsp:cNvSpPr/>
      </dsp:nvSpPr>
      <dsp:spPr>
        <a:xfrm>
          <a:off x="1212132" y="1995808"/>
          <a:ext cx="1597339" cy="562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relative Luftfeuchtigkeit</a:t>
          </a:r>
          <a:endParaRPr lang="de-DE" sz="1400" kern="1200"/>
        </a:p>
      </dsp:txBody>
      <dsp:txXfrm>
        <a:off x="1212132" y="1995808"/>
        <a:ext cx="1597339" cy="562979"/>
      </dsp:txXfrm>
    </dsp:sp>
    <dsp:sp modelId="{DAA632DC-2F3E-49BE-8BAB-DDC7293D143B}">
      <dsp:nvSpPr>
        <dsp:cNvPr id="0" name=""/>
        <dsp:cNvSpPr/>
      </dsp:nvSpPr>
      <dsp:spPr>
        <a:xfrm>
          <a:off x="364290" y="2662150"/>
          <a:ext cx="2176036" cy="1734668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rgbClr val="FF0000">
            <a:alpha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C7A898E-EC8F-44A1-9409-BA9ADA896A73}">
      <dsp:nvSpPr>
        <dsp:cNvPr id="0" name=""/>
        <dsp:cNvSpPr/>
      </dsp:nvSpPr>
      <dsp:spPr>
        <a:xfrm>
          <a:off x="649086" y="3192259"/>
          <a:ext cx="1597339" cy="562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Dielekrizitäts-konstante</a:t>
          </a:r>
          <a:endParaRPr lang="de-DE" sz="1400" kern="1200"/>
        </a:p>
      </dsp:txBody>
      <dsp:txXfrm>
        <a:off x="649086" y="3192259"/>
        <a:ext cx="1597339" cy="56297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D26F54-F9E6-44EC-A856-E55C5C3C1D98}">
      <dsp:nvSpPr>
        <dsp:cNvPr id="0" name=""/>
        <dsp:cNvSpPr/>
      </dsp:nvSpPr>
      <dsp:spPr>
        <a:xfrm>
          <a:off x="744668" y="1368418"/>
          <a:ext cx="2532995" cy="2018429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rgbClr val="FF00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B25B064-1F77-4AE9-9FCF-56857178542C}">
      <dsp:nvSpPr>
        <dsp:cNvPr id="0" name=""/>
        <dsp:cNvSpPr/>
      </dsp:nvSpPr>
      <dsp:spPr>
        <a:xfrm>
          <a:off x="1212132" y="1995808"/>
          <a:ext cx="1597339" cy="562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relative Luftfeuchtigkeit</a:t>
          </a:r>
          <a:endParaRPr lang="de-DE" sz="1400" kern="1200"/>
        </a:p>
      </dsp:txBody>
      <dsp:txXfrm>
        <a:off x="1212132" y="1995808"/>
        <a:ext cx="1597339" cy="562979"/>
      </dsp:txXfrm>
    </dsp:sp>
    <dsp:sp modelId="{DAA632DC-2F3E-49BE-8BAB-DDC7293D143B}">
      <dsp:nvSpPr>
        <dsp:cNvPr id="0" name=""/>
        <dsp:cNvSpPr/>
      </dsp:nvSpPr>
      <dsp:spPr>
        <a:xfrm>
          <a:off x="364290" y="2662150"/>
          <a:ext cx="2176036" cy="1734668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rgbClr val="FF0000">
            <a:alpha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C7A898E-EC8F-44A1-9409-BA9ADA896A73}">
      <dsp:nvSpPr>
        <dsp:cNvPr id="0" name=""/>
        <dsp:cNvSpPr/>
      </dsp:nvSpPr>
      <dsp:spPr>
        <a:xfrm>
          <a:off x="649086" y="3192259"/>
          <a:ext cx="1597339" cy="562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Dielekrizitäts-konstante</a:t>
          </a:r>
          <a:endParaRPr lang="de-DE" sz="1400" kern="1200"/>
        </a:p>
      </dsp:txBody>
      <dsp:txXfrm>
        <a:off x="649086" y="3192259"/>
        <a:ext cx="1597339" cy="5629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D26F54-F9E6-44EC-A856-E55C5C3C1D98}">
      <dsp:nvSpPr>
        <dsp:cNvPr id="0" name=""/>
        <dsp:cNvSpPr/>
      </dsp:nvSpPr>
      <dsp:spPr>
        <a:xfrm>
          <a:off x="873392" y="868040"/>
          <a:ext cx="2433814" cy="1939636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rgbClr val="FF00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B25B064-1F77-4AE9-9FCF-56857178542C}">
      <dsp:nvSpPr>
        <dsp:cNvPr id="0" name=""/>
        <dsp:cNvSpPr/>
      </dsp:nvSpPr>
      <dsp:spPr>
        <a:xfrm>
          <a:off x="1323799" y="1469402"/>
          <a:ext cx="1528631" cy="538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relative Luftfeuchtigkeit</a:t>
          </a:r>
          <a:endParaRPr lang="de-DE" sz="1400" kern="1200"/>
        </a:p>
      </dsp:txBody>
      <dsp:txXfrm>
        <a:off x="1323799" y="1469402"/>
        <a:ext cx="1528631" cy="538698"/>
      </dsp:txXfrm>
    </dsp:sp>
    <dsp:sp modelId="{DAA632DC-2F3E-49BE-8BAB-DDC7293D143B}">
      <dsp:nvSpPr>
        <dsp:cNvPr id="0" name=""/>
        <dsp:cNvSpPr/>
      </dsp:nvSpPr>
      <dsp:spPr>
        <a:xfrm>
          <a:off x="334747" y="1982504"/>
          <a:ext cx="2433814" cy="1939636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FF0000">
            <a:alpha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C7A898E-EC8F-44A1-9409-BA9ADA896A73}">
      <dsp:nvSpPr>
        <dsp:cNvPr id="0" name=""/>
        <dsp:cNvSpPr/>
      </dsp:nvSpPr>
      <dsp:spPr>
        <a:xfrm>
          <a:off x="787339" y="2623282"/>
          <a:ext cx="1528631" cy="538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Dielekrizitäts-konstante</a:t>
          </a:r>
          <a:endParaRPr lang="de-DE" sz="1400" kern="1200"/>
        </a:p>
      </dsp:txBody>
      <dsp:txXfrm>
        <a:off x="787339" y="2623282"/>
        <a:ext cx="1528631" cy="538698"/>
      </dsp:txXfrm>
    </dsp:sp>
    <dsp:sp modelId="{D6A446EE-1AA2-433E-ACCC-3004763890A4}">
      <dsp:nvSpPr>
        <dsp:cNvPr id="0" name=""/>
        <dsp:cNvSpPr/>
      </dsp:nvSpPr>
      <dsp:spPr>
        <a:xfrm>
          <a:off x="1046244" y="3230334"/>
          <a:ext cx="2091024" cy="1666862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rgbClr val="ED7613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62C6D56-0F2B-4FDC-A6A6-B4A5DA98488B}">
      <dsp:nvSpPr>
        <dsp:cNvPr id="0" name=""/>
        <dsp:cNvSpPr/>
      </dsp:nvSpPr>
      <dsp:spPr>
        <a:xfrm>
          <a:off x="1326348" y="3811742"/>
          <a:ext cx="1528631" cy="538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Sinkende Feldstärke</a:t>
          </a:r>
          <a:endParaRPr lang="de-DE" sz="1400" kern="1200"/>
        </a:p>
      </dsp:txBody>
      <dsp:txXfrm>
        <a:off x="1326348" y="3811742"/>
        <a:ext cx="1528631" cy="53869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D26F54-F9E6-44EC-A856-E55C5C3C1D98}">
      <dsp:nvSpPr>
        <dsp:cNvPr id="0" name=""/>
        <dsp:cNvSpPr/>
      </dsp:nvSpPr>
      <dsp:spPr>
        <a:xfrm>
          <a:off x="873392" y="868040"/>
          <a:ext cx="2433814" cy="1939636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rgbClr val="FF00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B25B064-1F77-4AE9-9FCF-56857178542C}">
      <dsp:nvSpPr>
        <dsp:cNvPr id="0" name=""/>
        <dsp:cNvSpPr/>
      </dsp:nvSpPr>
      <dsp:spPr>
        <a:xfrm>
          <a:off x="1323799" y="1469402"/>
          <a:ext cx="1528631" cy="538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relative Luftfeuchtigkeit</a:t>
          </a:r>
          <a:endParaRPr lang="de-DE" sz="1400" kern="1200"/>
        </a:p>
      </dsp:txBody>
      <dsp:txXfrm>
        <a:off x="1323799" y="1469402"/>
        <a:ext cx="1528631" cy="538698"/>
      </dsp:txXfrm>
    </dsp:sp>
    <dsp:sp modelId="{DAA632DC-2F3E-49BE-8BAB-DDC7293D143B}">
      <dsp:nvSpPr>
        <dsp:cNvPr id="0" name=""/>
        <dsp:cNvSpPr/>
      </dsp:nvSpPr>
      <dsp:spPr>
        <a:xfrm>
          <a:off x="334747" y="1982504"/>
          <a:ext cx="2433814" cy="1939636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FF0000">
            <a:alpha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C7A898E-EC8F-44A1-9409-BA9ADA896A73}">
      <dsp:nvSpPr>
        <dsp:cNvPr id="0" name=""/>
        <dsp:cNvSpPr/>
      </dsp:nvSpPr>
      <dsp:spPr>
        <a:xfrm>
          <a:off x="787339" y="2623282"/>
          <a:ext cx="1528631" cy="538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Dielekrizitäts-konstante</a:t>
          </a:r>
          <a:endParaRPr lang="de-DE" sz="1400" kern="1200"/>
        </a:p>
      </dsp:txBody>
      <dsp:txXfrm>
        <a:off x="787339" y="2623282"/>
        <a:ext cx="1528631" cy="538698"/>
      </dsp:txXfrm>
    </dsp:sp>
    <dsp:sp modelId="{D6A446EE-1AA2-433E-ACCC-3004763890A4}">
      <dsp:nvSpPr>
        <dsp:cNvPr id="0" name=""/>
        <dsp:cNvSpPr/>
      </dsp:nvSpPr>
      <dsp:spPr>
        <a:xfrm>
          <a:off x="1046244" y="3230334"/>
          <a:ext cx="2091024" cy="1666862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rgbClr val="ED7613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62C6D56-0F2B-4FDC-A6A6-B4A5DA98488B}">
      <dsp:nvSpPr>
        <dsp:cNvPr id="0" name=""/>
        <dsp:cNvSpPr/>
      </dsp:nvSpPr>
      <dsp:spPr>
        <a:xfrm>
          <a:off x="1326348" y="3811742"/>
          <a:ext cx="1528631" cy="538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Sinkende Feldstärke</a:t>
          </a:r>
          <a:endParaRPr lang="de-DE" sz="1400" kern="1200"/>
        </a:p>
      </dsp:txBody>
      <dsp:txXfrm>
        <a:off x="1326348" y="3811742"/>
        <a:ext cx="1528631" cy="53869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D26F54-F9E6-44EC-A856-E55C5C3C1D98}">
      <dsp:nvSpPr>
        <dsp:cNvPr id="0" name=""/>
        <dsp:cNvSpPr/>
      </dsp:nvSpPr>
      <dsp:spPr>
        <a:xfrm>
          <a:off x="872385" y="308070"/>
          <a:ext cx="2436557" cy="1941723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rgbClr val="FF00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B25B064-1F77-4AE9-9FCF-56857178542C}">
      <dsp:nvSpPr>
        <dsp:cNvPr id="0" name=""/>
        <dsp:cNvSpPr/>
      </dsp:nvSpPr>
      <dsp:spPr>
        <a:xfrm>
          <a:off x="1321851" y="911469"/>
          <a:ext cx="1536896" cy="541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relative Luftfeuchtigkeit</a:t>
          </a:r>
          <a:endParaRPr lang="de-DE" sz="1400" kern="1200"/>
        </a:p>
      </dsp:txBody>
      <dsp:txXfrm>
        <a:off x="1321851" y="911469"/>
        <a:ext cx="1536896" cy="541684"/>
      </dsp:txXfrm>
    </dsp:sp>
    <dsp:sp modelId="{DAA632DC-2F3E-49BE-8BAB-DDC7293D143B}">
      <dsp:nvSpPr>
        <dsp:cNvPr id="0" name=""/>
        <dsp:cNvSpPr/>
      </dsp:nvSpPr>
      <dsp:spPr>
        <a:xfrm>
          <a:off x="333012" y="1423879"/>
          <a:ext cx="2436557" cy="1941723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FF0000">
            <a:alpha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C7A898E-EC8F-44A1-9409-BA9ADA896A73}">
      <dsp:nvSpPr>
        <dsp:cNvPr id="0" name=""/>
        <dsp:cNvSpPr/>
      </dsp:nvSpPr>
      <dsp:spPr>
        <a:xfrm>
          <a:off x="780292" y="2062488"/>
          <a:ext cx="1536896" cy="541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Dielekrizitäts-konstante</a:t>
          </a:r>
          <a:endParaRPr lang="de-DE" sz="1400" kern="1200"/>
        </a:p>
      </dsp:txBody>
      <dsp:txXfrm>
        <a:off x="780292" y="2062488"/>
        <a:ext cx="1536896" cy="541684"/>
      </dsp:txXfrm>
    </dsp:sp>
    <dsp:sp modelId="{D6A446EE-1AA2-433E-ACCC-3004763890A4}">
      <dsp:nvSpPr>
        <dsp:cNvPr id="0" name=""/>
        <dsp:cNvSpPr/>
      </dsp:nvSpPr>
      <dsp:spPr>
        <a:xfrm>
          <a:off x="872385" y="2543808"/>
          <a:ext cx="2436557" cy="1941723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rgbClr val="ED7613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62C6D56-0F2B-4FDC-A6A6-B4A5DA98488B}">
      <dsp:nvSpPr>
        <dsp:cNvPr id="0" name=""/>
        <dsp:cNvSpPr/>
      </dsp:nvSpPr>
      <dsp:spPr>
        <a:xfrm>
          <a:off x="1321851" y="3246659"/>
          <a:ext cx="1536896" cy="541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Sinkende Feldstärke</a:t>
          </a:r>
          <a:endParaRPr lang="de-DE" sz="1400" kern="1200"/>
        </a:p>
      </dsp:txBody>
      <dsp:txXfrm>
        <a:off x="1321851" y="3246659"/>
        <a:ext cx="1536896" cy="541684"/>
      </dsp:txXfrm>
    </dsp:sp>
    <dsp:sp modelId="{0279776E-35ED-4653-B290-A4CC3BD03D6E}">
      <dsp:nvSpPr>
        <dsp:cNvPr id="0" name=""/>
        <dsp:cNvSpPr/>
      </dsp:nvSpPr>
      <dsp:spPr>
        <a:xfrm>
          <a:off x="506274" y="3788344"/>
          <a:ext cx="2093309" cy="1668821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rgbClr val="0070C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7FB78D8-038F-4F7B-9C9C-AE027A9F666A}">
      <dsp:nvSpPr>
        <dsp:cNvPr id="0" name=""/>
        <dsp:cNvSpPr/>
      </dsp:nvSpPr>
      <dsp:spPr>
        <a:xfrm>
          <a:off x="780292" y="4364528"/>
          <a:ext cx="1536896" cy="541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Sinkende Spannung</a:t>
          </a:r>
          <a:endParaRPr lang="de-DE" sz="1400" kern="1200"/>
        </a:p>
      </dsp:txBody>
      <dsp:txXfrm>
        <a:off x="780292" y="4364528"/>
        <a:ext cx="1536896" cy="54168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D26F54-F9E6-44EC-A856-E55C5C3C1D98}">
      <dsp:nvSpPr>
        <dsp:cNvPr id="0" name=""/>
        <dsp:cNvSpPr/>
      </dsp:nvSpPr>
      <dsp:spPr>
        <a:xfrm>
          <a:off x="872385" y="308070"/>
          <a:ext cx="2436557" cy="1941723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rgbClr val="FF00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B25B064-1F77-4AE9-9FCF-56857178542C}">
      <dsp:nvSpPr>
        <dsp:cNvPr id="0" name=""/>
        <dsp:cNvSpPr/>
      </dsp:nvSpPr>
      <dsp:spPr>
        <a:xfrm>
          <a:off x="1321851" y="911469"/>
          <a:ext cx="1536896" cy="541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relative Luftfeuchtigkeit</a:t>
          </a:r>
          <a:endParaRPr lang="de-DE" sz="1400" kern="1200"/>
        </a:p>
      </dsp:txBody>
      <dsp:txXfrm>
        <a:off x="1321851" y="911469"/>
        <a:ext cx="1536896" cy="541684"/>
      </dsp:txXfrm>
    </dsp:sp>
    <dsp:sp modelId="{DAA632DC-2F3E-49BE-8BAB-DDC7293D143B}">
      <dsp:nvSpPr>
        <dsp:cNvPr id="0" name=""/>
        <dsp:cNvSpPr/>
      </dsp:nvSpPr>
      <dsp:spPr>
        <a:xfrm>
          <a:off x="333012" y="1423879"/>
          <a:ext cx="2436557" cy="1941723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FF0000">
            <a:alpha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C7A898E-EC8F-44A1-9409-BA9ADA896A73}">
      <dsp:nvSpPr>
        <dsp:cNvPr id="0" name=""/>
        <dsp:cNvSpPr/>
      </dsp:nvSpPr>
      <dsp:spPr>
        <a:xfrm>
          <a:off x="780292" y="2062488"/>
          <a:ext cx="1536896" cy="541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Dielekrizitäts-konstante</a:t>
          </a:r>
          <a:endParaRPr lang="de-DE" sz="1400" kern="1200"/>
        </a:p>
      </dsp:txBody>
      <dsp:txXfrm>
        <a:off x="780292" y="2062488"/>
        <a:ext cx="1536896" cy="541684"/>
      </dsp:txXfrm>
    </dsp:sp>
    <dsp:sp modelId="{D6A446EE-1AA2-433E-ACCC-3004763890A4}">
      <dsp:nvSpPr>
        <dsp:cNvPr id="0" name=""/>
        <dsp:cNvSpPr/>
      </dsp:nvSpPr>
      <dsp:spPr>
        <a:xfrm>
          <a:off x="872385" y="2543808"/>
          <a:ext cx="2436557" cy="1941723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rgbClr val="ED7613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62C6D56-0F2B-4FDC-A6A6-B4A5DA98488B}">
      <dsp:nvSpPr>
        <dsp:cNvPr id="0" name=""/>
        <dsp:cNvSpPr/>
      </dsp:nvSpPr>
      <dsp:spPr>
        <a:xfrm>
          <a:off x="1321851" y="3246659"/>
          <a:ext cx="1536896" cy="541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Sinkende Feldstärke</a:t>
          </a:r>
          <a:endParaRPr lang="de-DE" sz="1400" kern="1200"/>
        </a:p>
      </dsp:txBody>
      <dsp:txXfrm>
        <a:off x="1321851" y="3246659"/>
        <a:ext cx="1536896" cy="541684"/>
      </dsp:txXfrm>
    </dsp:sp>
    <dsp:sp modelId="{0279776E-35ED-4653-B290-A4CC3BD03D6E}">
      <dsp:nvSpPr>
        <dsp:cNvPr id="0" name=""/>
        <dsp:cNvSpPr/>
      </dsp:nvSpPr>
      <dsp:spPr>
        <a:xfrm>
          <a:off x="506274" y="3788344"/>
          <a:ext cx="2093309" cy="1668821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rgbClr val="0070C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7FB78D8-038F-4F7B-9C9C-AE027A9F666A}">
      <dsp:nvSpPr>
        <dsp:cNvPr id="0" name=""/>
        <dsp:cNvSpPr/>
      </dsp:nvSpPr>
      <dsp:spPr>
        <a:xfrm>
          <a:off x="780292" y="4364528"/>
          <a:ext cx="1536896" cy="541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Sinkende Spannung</a:t>
          </a:r>
          <a:endParaRPr lang="de-DE" sz="1400" kern="1200"/>
        </a:p>
      </dsp:txBody>
      <dsp:txXfrm>
        <a:off x="780292" y="4364528"/>
        <a:ext cx="1536896" cy="54168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D26F54-F9E6-44EC-A856-E55C5C3C1D98}">
      <dsp:nvSpPr>
        <dsp:cNvPr id="0" name=""/>
        <dsp:cNvSpPr/>
      </dsp:nvSpPr>
      <dsp:spPr>
        <a:xfrm>
          <a:off x="947796" y="0"/>
          <a:ext cx="2241352" cy="1786070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rgbClr val="FF00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B25B064-1F77-4AE9-9FCF-56857178542C}">
      <dsp:nvSpPr>
        <dsp:cNvPr id="0" name=""/>
        <dsp:cNvSpPr/>
      </dsp:nvSpPr>
      <dsp:spPr>
        <a:xfrm>
          <a:off x="1361253" y="555405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relative Luftfeuchtigkeit</a:t>
          </a:r>
          <a:endParaRPr lang="de-DE" sz="1400" kern="1200"/>
        </a:p>
      </dsp:txBody>
      <dsp:txXfrm>
        <a:off x="1361253" y="555405"/>
        <a:ext cx="1413768" cy="498116"/>
      </dsp:txXfrm>
    </dsp:sp>
    <dsp:sp modelId="{DAA632DC-2F3E-49BE-8BAB-DDC7293D143B}">
      <dsp:nvSpPr>
        <dsp:cNvPr id="0" name=""/>
        <dsp:cNvSpPr/>
      </dsp:nvSpPr>
      <dsp:spPr>
        <a:xfrm>
          <a:off x="451635" y="1026212"/>
          <a:ext cx="2241352" cy="1786070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FF0000">
            <a:alpha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C7A898E-EC8F-44A1-9409-BA9ADA896A73}">
      <dsp:nvSpPr>
        <dsp:cNvPr id="0" name=""/>
        <dsp:cNvSpPr/>
      </dsp:nvSpPr>
      <dsp:spPr>
        <a:xfrm>
          <a:off x="863082" y="1614408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Dielekrizitäts-konstante</a:t>
          </a:r>
          <a:endParaRPr lang="de-DE" sz="1400" kern="1200"/>
        </a:p>
      </dsp:txBody>
      <dsp:txXfrm>
        <a:off x="863082" y="1614408"/>
        <a:ext cx="1413768" cy="498116"/>
      </dsp:txXfrm>
    </dsp:sp>
    <dsp:sp modelId="{D6A446EE-1AA2-433E-ACCC-3004763890A4}">
      <dsp:nvSpPr>
        <dsp:cNvPr id="0" name=""/>
        <dsp:cNvSpPr/>
      </dsp:nvSpPr>
      <dsp:spPr>
        <a:xfrm>
          <a:off x="947796" y="2057036"/>
          <a:ext cx="2241352" cy="1786070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rgbClr val="ED7613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62C6D56-0F2B-4FDC-A6A6-B4A5DA98488B}">
      <dsp:nvSpPr>
        <dsp:cNvPr id="0" name=""/>
        <dsp:cNvSpPr/>
      </dsp:nvSpPr>
      <dsp:spPr>
        <a:xfrm>
          <a:off x="1361253" y="2703319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Sinkende Feldstärke</a:t>
          </a:r>
          <a:endParaRPr lang="de-DE" sz="1400" kern="1200"/>
        </a:p>
      </dsp:txBody>
      <dsp:txXfrm>
        <a:off x="1361253" y="2703319"/>
        <a:ext cx="1413768" cy="498116"/>
      </dsp:txXfrm>
    </dsp:sp>
    <dsp:sp modelId="{0279776E-35ED-4653-B290-A4CC3BD03D6E}">
      <dsp:nvSpPr>
        <dsp:cNvPr id="0" name=""/>
        <dsp:cNvSpPr/>
      </dsp:nvSpPr>
      <dsp:spPr>
        <a:xfrm>
          <a:off x="451635" y="3084978"/>
          <a:ext cx="2241352" cy="1786070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0070C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7FB78D8-038F-4F7B-9C9C-AE027A9F666A}">
      <dsp:nvSpPr>
        <dsp:cNvPr id="0" name=""/>
        <dsp:cNvSpPr/>
      </dsp:nvSpPr>
      <dsp:spPr>
        <a:xfrm>
          <a:off x="863082" y="3731837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Sinkende Spannung</a:t>
          </a:r>
          <a:endParaRPr lang="de-DE" sz="1400" kern="1200"/>
        </a:p>
      </dsp:txBody>
      <dsp:txXfrm>
        <a:off x="863082" y="3731837"/>
        <a:ext cx="1413768" cy="498116"/>
      </dsp:txXfrm>
    </dsp:sp>
    <dsp:sp modelId="{DFDAFE7A-F225-49D2-87C6-3E25DAD41819}">
      <dsp:nvSpPr>
        <dsp:cNvPr id="0" name=""/>
        <dsp:cNvSpPr/>
      </dsp:nvSpPr>
      <dsp:spPr>
        <a:xfrm>
          <a:off x="948971" y="4229954"/>
          <a:ext cx="2241348" cy="1535282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rgbClr val="0070C0">
            <a:alpha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7B09E09-661B-42A9-B366-7B11DDB9429F}">
      <dsp:nvSpPr>
        <dsp:cNvPr id="0" name=""/>
        <dsp:cNvSpPr/>
      </dsp:nvSpPr>
      <dsp:spPr>
        <a:xfrm>
          <a:off x="1361253" y="4760356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Kapazität des Kondensators</a:t>
          </a:r>
          <a:endParaRPr lang="de-DE" sz="1400" kern="1200"/>
        </a:p>
      </dsp:txBody>
      <dsp:txXfrm>
        <a:off x="1361253" y="4760356"/>
        <a:ext cx="1413768" cy="49811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D26F54-F9E6-44EC-A856-E55C5C3C1D98}">
      <dsp:nvSpPr>
        <dsp:cNvPr id="0" name=""/>
        <dsp:cNvSpPr/>
      </dsp:nvSpPr>
      <dsp:spPr>
        <a:xfrm>
          <a:off x="947796" y="0"/>
          <a:ext cx="2241352" cy="1786070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rgbClr val="FF00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B25B064-1F77-4AE9-9FCF-56857178542C}">
      <dsp:nvSpPr>
        <dsp:cNvPr id="0" name=""/>
        <dsp:cNvSpPr/>
      </dsp:nvSpPr>
      <dsp:spPr>
        <a:xfrm>
          <a:off x="1361253" y="555405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relative Luftfeuchtigkeit</a:t>
          </a:r>
          <a:endParaRPr lang="de-DE" sz="1400" kern="1200"/>
        </a:p>
      </dsp:txBody>
      <dsp:txXfrm>
        <a:off x="1361253" y="555405"/>
        <a:ext cx="1413768" cy="498116"/>
      </dsp:txXfrm>
    </dsp:sp>
    <dsp:sp modelId="{DAA632DC-2F3E-49BE-8BAB-DDC7293D143B}">
      <dsp:nvSpPr>
        <dsp:cNvPr id="0" name=""/>
        <dsp:cNvSpPr/>
      </dsp:nvSpPr>
      <dsp:spPr>
        <a:xfrm>
          <a:off x="451635" y="1026212"/>
          <a:ext cx="2241352" cy="1786070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FF0000">
            <a:alpha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C7A898E-EC8F-44A1-9409-BA9ADA896A73}">
      <dsp:nvSpPr>
        <dsp:cNvPr id="0" name=""/>
        <dsp:cNvSpPr/>
      </dsp:nvSpPr>
      <dsp:spPr>
        <a:xfrm>
          <a:off x="863082" y="1614408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Dielekrizitäts-konstante</a:t>
          </a:r>
          <a:endParaRPr lang="de-DE" sz="1400" kern="1200"/>
        </a:p>
      </dsp:txBody>
      <dsp:txXfrm>
        <a:off x="863082" y="1614408"/>
        <a:ext cx="1413768" cy="498116"/>
      </dsp:txXfrm>
    </dsp:sp>
    <dsp:sp modelId="{D6A446EE-1AA2-433E-ACCC-3004763890A4}">
      <dsp:nvSpPr>
        <dsp:cNvPr id="0" name=""/>
        <dsp:cNvSpPr/>
      </dsp:nvSpPr>
      <dsp:spPr>
        <a:xfrm>
          <a:off x="947796" y="2057036"/>
          <a:ext cx="2241352" cy="1786070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rgbClr val="ED7613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62C6D56-0F2B-4FDC-A6A6-B4A5DA98488B}">
      <dsp:nvSpPr>
        <dsp:cNvPr id="0" name=""/>
        <dsp:cNvSpPr/>
      </dsp:nvSpPr>
      <dsp:spPr>
        <a:xfrm>
          <a:off x="1361253" y="2703319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Sinkende Feldstärke</a:t>
          </a:r>
          <a:endParaRPr lang="de-DE" sz="1400" kern="1200"/>
        </a:p>
      </dsp:txBody>
      <dsp:txXfrm>
        <a:off x="1361253" y="2703319"/>
        <a:ext cx="1413768" cy="498116"/>
      </dsp:txXfrm>
    </dsp:sp>
    <dsp:sp modelId="{0279776E-35ED-4653-B290-A4CC3BD03D6E}">
      <dsp:nvSpPr>
        <dsp:cNvPr id="0" name=""/>
        <dsp:cNvSpPr/>
      </dsp:nvSpPr>
      <dsp:spPr>
        <a:xfrm>
          <a:off x="451635" y="3084978"/>
          <a:ext cx="2241352" cy="1786070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0070C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7FB78D8-038F-4F7B-9C9C-AE027A9F666A}">
      <dsp:nvSpPr>
        <dsp:cNvPr id="0" name=""/>
        <dsp:cNvSpPr/>
      </dsp:nvSpPr>
      <dsp:spPr>
        <a:xfrm>
          <a:off x="863082" y="3731837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Sinkende Spannung</a:t>
          </a:r>
          <a:endParaRPr lang="de-DE" sz="1400" kern="1200"/>
        </a:p>
      </dsp:txBody>
      <dsp:txXfrm>
        <a:off x="863082" y="3731837"/>
        <a:ext cx="1413768" cy="498116"/>
      </dsp:txXfrm>
    </dsp:sp>
    <dsp:sp modelId="{DFDAFE7A-F225-49D2-87C6-3E25DAD41819}">
      <dsp:nvSpPr>
        <dsp:cNvPr id="0" name=""/>
        <dsp:cNvSpPr/>
      </dsp:nvSpPr>
      <dsp:spPr>
        <a:xfrm>
          <a:off x="948971" y="4229954"/>
          <a:ext cx="2241348" cy="1535282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rgbClr val="0070C0">
            <a:alpha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7B09E09-661B-42A9-B366-7B11DDB9429F}">
      <dsp:nvSpPr>
        <dsp:cNvPr id="0" name=""/>
        <dsp:cNvSpPr/>
      </dsp:nvSpPr>
      <dsp:spPr>
        <a:xfrm>
          <a:off x="1361253" y="4760356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Kapazität des Kondensators</a:t>
          </a:r>
          <a:endParaRPr lang="de-DE" sz="1400" kern="1200"/>
        </a:p>
      </dsp:txBody>
      <dsp:txXfrm>
        <a:off x="1361253" y="4760356"/>
        <a:ext cx="1413768" cy="4981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593-098D-4382-9647-35487FA190B4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3A5D1-80BE-4AF1-A18B-8D2CA75BFD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265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8991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509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5383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7235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1413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3714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98188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5504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45931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40473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91242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82290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69654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14796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28052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59544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98957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43593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44074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mtClean="0"/>
              <a:t>Skript: DHT22_Luecken</a:t>
            </a:r>
          </a:p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02981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mtClean="0"/>
              <a:t>Skript: DHT22</a:t>
            </a:r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28811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46807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28269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70259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0330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 smtClean="0"/>
              <a:t>Bild auf Platzhalter ziehen oder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575106C-3CD7-FE4D-97C8-190DE4ECDE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470EED4F-3BF2-0241-A831-A9A96AFFE9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705" y="1498600"/>
            <a:ext cx="864000" cy="2804400"/>
          </a:xfrm>
          <a:solidFill>
            <a:schemeClr val="accent1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EAAA6AD5-C75F-0846-B79B-823B288EFF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295" y="1510821"/>
            <a:ext cx="864000" cy="2804400"/>
          </a:xfrm>
          <a:solidFill>
            <a:schemeClr val="accent1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04069422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77943244-8079-C343-9249-D13695A8447F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004A059-65DF-B340-AD61-079AA3676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88F6906-E0DF-3A4F-A375-7B9D3F4EA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6000" y="225000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479D9D2-52F2-0247-AF3C-3AA30091C9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5258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 smtClean="0"/>
              <a:t>Mastertextformat bearbeiten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3252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 smtClean="0"/>
              <a:t>Mastertextformat bearbeiten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 smtClean="0"/>
              <a:t>Bild auf Platzhalter ziehen oder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958379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3869C99-C634-47CD-B208-CB16ACE119EE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80000" y="360000"/>
            <a:ext cx="8803200" cy="360000"/>
          </a:xfrm>
        </p:spPr>
        <p:txBody>
          <a:bodyPr tIns="72000"/>
          <a:lstStyle>
            <a:lvl1pPr>
              <a:defRPr sz="1000" b="1"/>
            </a:lvl1pPr>
            <a:lvl2pPr>
              <a:defRPr sz="1000" b="1"/>
            </a:lvl2pPr>
            <a:lvl3pPr>
              <a:defRPr sz="100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de-DE" dirty="0"/>
              <a:t>Hier steht das Thema oder das Kapitel</a:t>
            </a:r>
          </a:p>
        </p:txBody>
      </p:sp>
    </p:spTree>
    <p:extLst>
      <p:ext uri="{BB962C8B-B14F-4D97-AF65-F5344CB8AC3E}">
        <p14:creationId xmlns:p14="http://schemas.microsoft.com/office/powerpoint/2010/main" val="863682870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6AC28FB-499D-1849-BB5A-4F591E32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2D1C116-76C7-2248-9B28-093803C439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029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357D0EB7-C39F-6D4A-A3C7-303DC7C8CC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770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26614562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42174EAA-6533-1245-B1A2-E6E16AF28528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2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DA5B3661-9CFB-FB40-B406-C44AAF2F6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CE9E062-1775-864A-90AB-4D742F810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97D15C1-C7AC-7A4D-8A57-9FDCE7B970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063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7241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3886932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A622DFD-BA6C-284F-9623-ED074C94A2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3E97099-16DC-FB42-BC6A-1770FEA02C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579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25C51E1-4750-2945-85F5-2DB74E1241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421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13082249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D9301872-D993-6045-BA77-C2A4043FA6B1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3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774AA1D-ECDF-CB41-A570-3B4444D2B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F9149E62-8F23-A64A-AB86-461836AFA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E926752-3C17-B642-9FCE-11E041587E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26706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422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076564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42C24D-DF7B-5744-BA14-C2D4B5049F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E29E83A8-566C-B64B-BC0B-C9D0D2A3F3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4211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5B73649C-D81F-1743-8227-99DDA6EF1F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3789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83602339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B30AFB43-4D8B-DB47-8F90-D120B798617A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5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6734F59-8635-D44A-BA87-6B7074A8E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E062F0B-6D27-F54A-90C2-233991048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0BE5F75-8B1B-6A4C-B19E-CA01BCB61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842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30272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184591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F187481-CEE0-E244-8D19-C6D3BF17E1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8F3AA80C-8F3E-4448-BA17-C530AE93C3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505" y="1497600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7EA0E5A-7CE1-B542-A43B-F1A4A933F3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19495" y="1485648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91635854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FA1D36DE-01A5-9342-ADB5-21326DEA0306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6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D258094-06EC-7A4A-A554-EFD3FBB51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32C1932-A302-9D42-981A-17F9E3A17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DCCB39A-DB2B-5543-8C44-8F9D49BAEA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4105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82316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5820127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wmf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.wmf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wm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.wmf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22EEA21B-970F-3640-8788-C21A9CC415C6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0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4" r:id="rId4"/>
    <p:sldLayoutId id="2147483699" r:id="rId5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1321676-94A1-7044-A81A-D8AF84667CD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2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9AA27C4-5879-AA48-9BFE-A4EA4531032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55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5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7E49E5BC-3D57-D44A-B305-C0E3893B541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425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946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6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60324984-8636-8D46-ADB9-D5CB3101D43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08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rduino.cc/en/software/" TargetMode="External"/><Relationship Id="rId13" Type="http://schemas.openxmlformats.org/officeDocument/2006/relationships/hyperlink" Target="https://www.az-delivery.de/cdn/shop/products/dht22-am2302-temperatursensor-und-luftfeuchtigkeitssensor-853336.jpg?v=1679398452&amp;width=1200" TargetMode="External"/><Relationship Id="rId18" Type="http://schemas.openxmlformats.org/officeDocument/2006/relationships/hyperlink" Target="https://www.arduino.cc/wiki/static/arduino-app-76bd27c4ce7246825aceb8efe2871f7a.svg" TargetMode="External"/><Relationship Id="rId3" Type="http://schemas.openxmlformats.org/officeDocument/2006/relationships/hyperlink" Target="https://www.az-delivery.de/products/dht22" TargetMode="External"/><Relationship Id="rId7" Type="http://schemas.openxmlformats.org/officeDocument/2006/relationships/hyperlink" Target="https://www.reichelt.de/de/de/shop/produkt/widerstand_kohleschicht_4_7_kohm_0207_250_mw_5_-1425#open-modal-image-big-slider" TargetMode="External"/><Relationship Id="rId12" Type="http://schemas.openxmlformats.org/officeDocument/2006/relationships/image" Target="../media/image27.png"/><Relationship Id="rId17" Type="http://schemas.openxmlformats.org/officeDocument/2006/relationships/hyperlink" Target="https://www.roboter-bausatz.de/media/image/d8/f3/0e/RBS18335_600x600.jpg" TargetMode="External"/><Relationship Id="rId2" Type="http://schemas.openxmlformats.org/officeDocument/2006/relationships/notesSlide" Target="../notesSlides/notesSlide23.xml"/><Relationship Id="rId16" Type="http://schemas.openxmlformats.org/officeDocument/2006/relationships/hyperlink" Target="https://cdn-reichelt.de/resize/600%2F-/web/xxl_ws/B400%2F%21WID1_4W.png?type=ProductXxl&amp;resize=600%252F-&amp;" TargetMode="External"/><Relationship Id="rId20" Type="http://schemas.openxmlformats.org/officeDocument/2006/relationships/image" Target="../media/image29.jpeg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roboter-bausatz.de/p/esp32-dev-board-32d-mit-cp2102-usb-c-wlan-bluetooth-iot-modul" TargetMode="External"/><Relationship Id="rId11" Type="http://schemas.openxmlformats.org/officeDocument/2006/relationships/image" Target="../media/image26.png"/><Relationship Id="rId5" Type="http://schemas.openxmlformats.org/officeDocument/2006/relationships/hyperlink" Target="https://www.az-delivery.de/products/40-stk-jumper-wire-male-to-male-20-zentimeter" TargetMode="External"/><Relationship Id="rId15" Type="http://schemas.openxmlformats.org/officeDocument/2006/relationships/hyperlink" Target="https://www.az-delivery.de/cdn/shop/products/jumper-wire-kabel-40-stk-je-20-cm-m2m-male-to-male-kompatibel-mit-arduino-und-raspberry-pi-breadboard-140806.jpg?v=1679398754&amp;width=1200" TargetMode="External"/><Relationship Id="rId10" Type="http://schemas.openxmlformats.org/officeDocument/2006/relationships/image" Target="../media/image25.png"/><Relationship Id="rId19" Type="http://schemas.openxmlformats.org/officeDocument/2006/relationships/image" Target="../media/image28.png"/><Relationship Id="rId4" Type="http://schemas.openxmlformats.org/officeDocument/2006/relationships/hyperlink" Target="https://www.conrad.de/de/p/tru-components-steckplatine-bus-stripe-ausklappbar-polzahl-gesamt-400-l-x-b-82-5-cm-x-54-6-mm-1-st-2885952.html" TargetMode="External"/><Relationship Id="rId9" Type="http://schemas.openxmlformats.org/officeDocument/2006/relationships/image" Target="../media/image24.png"/><Relationship Id="rId14" Type="http://schemas.openxmlformats.org/officeDocument/2006/relationships/hyperlink" Target="https://asset.conrad.com/media10/isa/160267/c1/-/de/002885952PI00/image.jpg?x=1440&amp;y=1440&amp;format=jpg&amp;ex=1440&amp;ey=1440&amp;align=center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F0FFBE0-85A9-954B-8F08-37999726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4276" y="318185"/>
            <a:ext cx="1961041" cy="55418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EFFC43F-6DA3-1A1D-6175-58D40ACE9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7999"/>
          </a:xfrm>
        </p:spPr>
        <p:txBody>
          <a:bodyPr anchor="ctr"/>
          <a:lstStyle/>
          <a:p>
            <a:pPr algn="ctr"/>
            <a:r>
              <a:rPr lang="en-US" sz="9600" b="1"/>
              <a:t>DHT22</a:t>
            </a:r>
            <a:br>
              <a:rPr lang="en-US" sz="9600" b="1"/>
            </a:br>
            <a:r>
              <a:rPr lang="en-US" sz="4800" b="1"/>
              <a:t>Luftfeuchtigkeits- und </a:t>
            </a:r>
            <a:r>
              <a:rPr lang="en-US" sz="4800" b="1" smtClean="0"/>
              <a:t>         Temperatursensor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48226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75" y="775392"/>
            <a:ext cx="5307216" cy="530721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840" y="0"/>
            <a:ext cx="5598159" cy="6858000"/>
          </a:xfrm>
        </p:spPr>
        <p:txBody>
          <a:bodyPr anchor="ctr">
            <a:normAutofit/>
          </a:bodyPr>
          <a:lstStyle/>
          <a:p>
            <a:pPr algn="l"/>
            <a:r>
              <a:rPr lang="de-DE" sz="4800" b="1" smtClean="0"/>
              <a:t>Funktionsweise</a:t>
            </a:r>
            <a:endParaRPr lang="de-DE" sz="4800" b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E2EBB-E035-44E5-E10B-431C8375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2</a:t>
            </a:fld>
            <a:endParaRPr lang="de-DE" dirty="0"/>
          </a:p>
        </p:txBody>
      </p:sp>
      <p:sp>
        <p:nvSpPr>
          <p:cNvPr id="7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3565723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bgerundetes Rechteck 14"/>
          <p:cNvSpPr/>
          <p:nvPr/>
        </p:nvSpPr>
        <p:spPr>
          <a:xfrm>
            <a:off x="3740727" y="3133898"/>
            <a:ext cx="4871258" cy="93102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8" name="Inhaltsplatzhalter 2"/>
          <p:cNvSpPr txBox="1">
            <a:spLocks/>
          </p:cNvSpPr>
          <p:nvPr/>
        </p:nvSpPr>
        <p:spPr>
          <a:xfrm>
            <a:off x="717550" y="1765140"/>
            <a:ext cx="3234690" cy="538968"/>
          </a:xfrm>
          <a:prstGeom prst="rect">
            <a:avLst/>
          </a:prstGeom>
          <a:noFill/>
          <a:ln>
            <a:noFill/>
          </a:ln>
        </p:spPr>
        <p:txBody>
          <a:bodyPr vert="horz" lIns="180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0" smtClean="0"/>
              <a:t>Zur Messung der Temperatur wird ein __________ eingesetzt.</a:t>
            </a:r>
            <a:br>
              <a:rPr lang="de-DE" b="0" smtClean="0"/>
            </a:br>
            <a:endParaRPr lang="de-DE" b="0"/>
          </a:p>
        </p:txBody>
      </p:sp>
      <p:sp>
        <p:nvSpPr>
          <p:cNvPr id="9" name="Inhaltsplatzhalter 2"/>
          <p:cNvSpPr txBox="1">
            <a:spLocks/>
          </p:cNvSpPr>
          <p:nvPr/>
        </p:nvSpPr>
        <p:spPr>
          <a:xfrm>
            <a:off x="6929118" y="5051167"/>
            <a:ext cx="4545330" cy="627744"/>
          </a:xfrm>
          <a:prstGeom prst="rect">
            <a:avLst/>
          </a:prstGeom>
          <a:noFill/>
          <a:ln>
            <a:noFill/>
          </a:ln>
        </p:spPr>
        <p:txBody>
          <a:bodyPr vert="horz" lIns="180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b="0" smtClean="0"/>
              <a:t>Die relative Luftfeuchte wird mithilfe eines kapazitiven Messverfahrens bestimmt.</a:t>
            </a:r>
            <a:endParaRPr lang="de-DE" b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50" y="2928439"/>
            <a:ext cx="2788884" cy="2788884"/>
          </a:xfrm>
          <a:prstGeom prst="rect">
            <a:avLst/>
          </a:prstGeom>
        </p:spPr>
      </p:pic>
      <p:sp>
        <p:nvSpPr>
          <p:cNvPr id="12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/>
              <a:t>Wie funktioniert ein DHT22</a:t>
            </a:r>
            <a:r>
              <a:rPr lang="de-DE" b="1" smtClean="0"/>
              <a:t>? (1) </a:t>
            </a:r>
            <a:endParaRPr lang="de-DE" b="1" dirty="0"/>
          </a:p>
        </p:txBody>
      </p:sp>
      <p:sp>
        <p:nvSpPr>
          <p:cNvPr id="13" name="Inhaltsplatzhalter 2"/>
          <p:cNvSpPr>
            <a:spLocks noGrp="1"/>
          </p:cNvSpPr>
          <p:nvPr>
            <p:ph idx="1"/>
          </p:nvPr>
        </p:nvSpPr>
        <p:spPr>
          <a:xfrm>
            <a:off x="3670608" y="3318298"/>
            <a:ext cx="4850784" cy="624779"/>
          </a:xfrm>
          <a:noFill/>
          <a:ln>
            <a:noFill/>
          </a:ln>
        </p:spPr>
        <p:txBody>
          <a:bodyPr lIns="180000">
            <a:noAutofit/>
          </a:bodyPr>
          <a:lstStyle/>
          <a:p>
            <a:pPr marL="0" indent="0" algn="ctr">
              <a:buNone/>
            </a:pPr>
            <a:r>
              <a:rPr lang="de-DE" sz="1800" smtClean="0"/>
              <a:t>Der </a:t>
            </a:r>
            <a:r>
              <a:rPr lang="de-DE" sz="1800"/>
              <a:t>DHT22 ermöglicht die Messung der </a:t>
            </a:r>
            <a:r>
              <a:rPr lang="de-DE" sz="1800" smtClean="0"/>
              <a:t>__________ </a:t>
            </a:r>
            <a:r>
              <a:rPr lang="de-DE" sz="1800"/>
              <a:t>und der </a:t>
            </a:r>
            <a:r>
              <a:rPr lang="de-DE" sz="1800" smtClean="0"/>
              <a:t>__________________.</a:t>
            </a:r>
            <a:r>
              <a:rPr lang="de-DE" sz="1800" b="0"/>
              <a:t/>
            </a:r>
            <a:br>
              <a:rPr lang="de-DE" sz="1800" b="0"/>
            </a:br>
            <a:endParaRPr lang="de-DE" sz="1800" b="0"/>
          </a:p>
        </p:txBody>
      </p:sp>
      <p:pic>
        <p:nvPicPr>
          <p:cNvPr id="14" name="Grafik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4416" y="1383045"/>
            <a:ext cx="2560032" cy="2560032"/>
          </a:xfrm>
          <a:prstGeom prst="rect">
            <a:avLst/>
          </a:prstGeom>
        </p:spPr>
      </p:pic>
      <p:sp>
        <p:nvSpPr>
          <p:cNvPr id="16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60348365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bgerundetes Rechteck 13"/>
          <p:cNvSpPr/>
          <p:nvPr/>
        </p:nvSpPr>
        <p:spPr>
          <a:xfrm>
            <a:off x="3740727" y="3133898"/>
            <a:ext cx="4871258" cy="93102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70608" y="3318298"/>
            <a:ext cx="4850784" cy="624779"/>
          </a:xfrm>
          <a:noFill/>
          <a:ln>
            <a:noFill/>
          </a:ln>
        </p:spPr>
        <p:txBody>
          <a:bodyPr lIns="180000">
            <a:noAutofit/>
          </a:bodyPr>
          <a:lstStyle/>
          <a:p>
            <a:pPr marL="0" indent="0" algn="ctr">
              <a:buNone/>
            </a:pPr>
            <a:r>
              <a:rPr lang="de-DE" sz="1800"/>
              <a:t>Der DHT22 ermöglicht die Messung der Temperatur und der relativen Luftfeuchte.</a:t>
            </a:r>
            <a:r>
              <a:rPr lang="de-DE" sz="1800" b="0"/>
              <a:t/>
            </a:r>
            <a:br>
              <a:rPr lang="de-DE" sz="1800" b="0"/>
            </a:br>
            <a:endParaRPr lang="de-DE" sz="1800" b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8" name="Inhaltsplatzhalter 2"/>
          <p:cNvSpPr txBox="1">
            <a:spLocks/>
          </p:cNvSpPr>
          <p:nvPr/>
        </p:nvSpPr>
        <p:spPr>
          <a:xfrm>
            <a:off x="717550" y="1765140"/>
            <a:ext cx="3234690" cy="538968"/>
          </a:xfrm>
          <a:prstGeom prst="rect">
            <a:avLst/>
          </a:prstGeom>
          <a:noFill/>
          <a:ln>
            <a:noFill/>
          </a:ln>
        </p:spPr>
        <p:txBody>
          <a:bodyPr vert="horz" lIns="180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0" smtClean="0"/>
              <a:t>Zur Messung der Temperatur wird ein NTC-Sensor eingesetzt.</a:t>
            </a:r>
            <a:br>
              <a:rPr lang="de-DE" b="0" smtClean="0"/>
            </a:br>
            <a:endParaRPr lang="de-DE" b="0"/>
          </a:p>
        </p:txBody>
      </p:sp>
      <p:sp>
        <p:nvSpPr>
          <p:cNvPr id="9" name="Inhaltsplatzhalter 2"/>
          <p:cNvSpPr txBox="1">
            <a:spLocks/>
          </p:cNvSpPr>
          <p:nvPr/>
        </p:nvSpPr>
        <p:spPr>
          <a:xfrm>
            <a:off x="6929118" y="5051167"/>
            <a:ext cx="4545330" cy="627744"/>
          </a:xfrm>
          <a:prstGeom prst="rect">
            <a:avLst/>
          </a:prstGeom>
          <a:noFill/>
          <a:ln>
            <a:noFill/>
          </a:ln>
        </p:spPr>
        <p:txBody>
          <a:bodyPr vert="horz" lIns="180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b="0" smtClean="0"/>
              <a:t>Die relative Luftfeuchte wird mithilfe eines kapazitiven Messverfahrens bestimmt.</a:t>
            </a:r>
            <a:endParaRPr lang="de-DE" b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50" y="2928439"/>
            <a:ext cx="2788884" cy="2788884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/>
              <a:t>Wie funktioniert ein DHT22</a:t>
            </a:r>
            <a:r>
              <a:rPr lang="de-DE" b="1" smtClean="0"/>
              <a:t>? (1)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pic>
        <p:nvPicPr>
          <p:cNvPr id="15" name="Grafik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4416" y="1383045"/>
            <a:ext cx="2560032" cy="2560032"/>
          </a:xfrm>
          <a:prstGeom prst="rect">
            <a:avLst/>
          </a:prstGeom>
        </p:spPr>
      </p:pic>
      <p:sp>
        <p:nvSpPr>
          <p:cNvPr id="16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43530023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bgerundetes Rechteck 9"/>
          <p:cNvSpPr/>
          <p:nvPr/>
        </p:nvSpPr>
        <p:spPr>
          <a:xfrm>
            <a:off x="1620981" y="1039481"/>
            <a:ext cx="9119062" cy="104765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18" y="2358903"/>
            <a:ext cx="3678384" cy="3678384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funktioniert ein DHT22</a:t>
            </a:r>
            <a:r>
              <a:rPr lang="de-DE" b="1" smtClean="0"/>
              <a:t>? (2) </a:t>
            </a:r>
            <a:endParaRPr lang="de-DE" b="1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717550" y="1116725"/>
            <a:ext cx="10756899" cy="893171"/>
          </a:xfrm>
          <a:noFill/>
          <a:ln>
            <a:noFill/>
          </a:ln>
        </p:spPr>
        <p:txBody>
          <a:bodyPr lIns="180000">
            <a:normAutofit/>
          </a:bodyPr>
          <a:lstStyle/>
          <a:p>
            <a:pPr algn="ctr"/>
            <a:r>
              <a:rPr lang="de-DE" b="0" smtClean="0"/>
              <a:t>Ein </a:t>
            </a:r>
            <a:r>
              <a:rPr lang="de-DE" b="0"/>
              <a:t>kapazitiver Luftfeuchtsensor besteht aus drei Schichten: </a:t>
            </a:r>
            <a:endParaRPr lang="de-DE" b="0" smtClean="0"/>
          </a:p>
          <a:p>
            <a:pPr algn="ctr"/>
            <a:r>
              <a:rPr lang="de-DE" b="0" smtClean="0">
                <a:solidFill>
                  <a:srgbClr val="FF0000"/>
                </a:solidFill>
              </a:rPr>
              <a:t>zwei </a:t>
            </a:r>
            <a:r>
              <a:rPr lang="de-DE" b="0">
                <a:solidFill>
                  <a:srgbClr val="FF0000"/>
                </a:solidFill>
              </a:rPr>
              <a:t>leitfähigen Elektroden </a:t>
            </a:r>
            <a:r>
              <a:rPr lang="de-DE" b="0"/>
              <a:t>und einem </a:t>
            </a:r>
            <a:r>
              <a:rPr lang="de-DE" b="0">
                <a:solidFill>
                  <a:srgbClr val="0070C0"/>
                </a:solidFill>
              </a:rPr>
              <a:t>hygroskopischen </a:t>
            </a:r>
            <a:r>
              <a:rPr lang="de-DE" b="0" smtClean="0">
                <a:solidFill>
                  <a:srgbClr val="0070C0"/>
                </a:solidFill>
              </a:rPr>
              <a:t>(_________________) </a:t>
            </a:r>
            <a:r>
              <a:rPr lang="de-DE" b="0">
                <a:solidFill>
                  <a:srgbClr val="0070C0"/>
                </a:solidFill>
              </a:rPr>
              <a:t>Polymer</a:t>
            </a:r>
            <a:r>
              <a:rPr lang="de-DE" b="0"/>
              <a:t>. </a:t>
            </a:r>
            <a:endParaRPr lang="de-DE" b="0" smtClean="0"/>
          </a:p>
          <a:p>
            <a:pPr algn="ctr"/>
            <a:r>
              <a:rPr lang="de-DE" b="0" smtClean="0"/>
              <a:t>Dieser </a:t>
            </a:r>
            <a:r>
              <a:rPr lang="de-DE" b="0"/>
              <a:t>Aufbau entspricht dem eines </a:t>
            </a:r>
            <a:r>
              <a:rPr lang="de-DE" b="0" smtClean="0"/>
              <a:t>___________________.</a:t>
            </a:r>
            <a:endParaRPr lang="de-DE" b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7" name="Rechteck 6"/>
          <p:cNvSpPr/>
          <p:nvPr/>
        </p:nvSpPr>
        <p:spPr>
          <a:xfrm>
            <a:off x="4710542" y="3986215"/>
            <a:ext cx="2556000" cy="43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/>
          <p:cNvSpPr/>
          <p:nvPr/>
        </p:nvSpPr>
        <p:spPr>
          <a:xfrm>
            <a:off x="4561062" y="2269020"/>
            <a:ext cx="2854960" cy="17092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/>
          <p:cNvSpPr/>
          <p:nvPr/>
        </p:nvSpPr>
        <p:spPr>
          <a:xfrm>
            <a:off x="4553968" y="4405261"/>
            <a:ext cx="2854960" cy="17092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105344722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bgerundetes Rechteck 9"/>
          <p:cNvSpPr/>
          <p:nvPr/>
        </p:nvSpPr>
        <p:spPr>
          <a:xfrm>
            <a:off x="1620981" y="1039481"/>
            <a:ext cx="9119062" cy="104765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18" y="2358903"/>
            <a:ext cx="3678384" cy="3678384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funktioniert ein DHT22</a:t>
            </a:r>
            <a:r>
              <a:rPr lang="de-DE" b="1" smtClean="0"/>
              <a:t>? (2)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7" name="Rechteck 6"/>
          <p:cNvSpPr/>
          <p:nvPr/>
        </p:nvSpPr>
        <p:spPr>
          <a:xfrm>
            <a:off x="4710542" y="3986215"/>
            <a:ext cx="2556000" cy="43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/>
          <p:cNvSpPr/>
          <p:nvPr/>
        </p:nvSpPr>
        <p:spPr>
          <a:xfrm>
            <a:off x="4561062" y="2269020"/>
            <a:ext cx="2854960" cy="17092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/>
          <p:cNvSpPr/>
          <p:nvPr/>
        </p:nvSpPr>
        <p:spPr>
          <a:xfrm>
            <a:off x="4553968" y="4405261"/>
            <a:ext cx="2854960" cy="17092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Inhaltsplatzhalter 2"/>
          <p:cNvSpPr txBox="1">
            <a:spLocks/>
          </p:cNvSpPr>
          <p:nvPr/>
        </p:nvSpPr>
        <p:spPr>
          <a:xfrm>
            <a:off x="717549" y="1108800"/>
            <a:ext cx="10756899" cy="893171"/>
          </a:xfrm>
          <a:prstGeom prst="rect">
            <a:avLst/>
          </a:prstGeom>
          <a:noFill/>
          <a:ln>
            <a:noFill/>
          </a:ln>
        </p:spPr>
        <p:txBody>
          <a:bodyPr vert="horz" lIns="18000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b="0" smtClean="0"/>
              <a:t>Ein kapazitiver Luftfeuchtsensor besteht aus drei Schichten: </a:t>
            </a:r>
          </a:p>
          <a:p>
            <a:pPr algn="ctr"/>
            <a:r>
              <a:rPr lang="de-DE" b="0" smtClean="0">
                <a:solidFill>
                  <a:srgbClr val="FA2A3B"/>
                </a:solidFill>
              </a:rPr>
              <a:t>zwei leitfähigen Elektroden </a:t>
            </a:r>
            <a:r>
              <a:rPr lang="de-DE" b="0" smtClean="0"/>
              <a:t>und einem </a:t>
            </a:r>
            <a:r>
              <a:rPr lang="de-DE" b="0" smtClean="0">
                <a:solidFill>
                  <a:srgbClr val="0070C0"/>
                </a:solidFill>
              </a:rPr>
              <a:t>hygroskopischen (wasseranziehenden) Polymer</a:t>
            </a:r>
            <a:r>
              <a:rPr lang="de-DE" b="0" smtClean="0"/>
              <a:t>. </a:t>
            </a:r>
          </a:p>
          <a:p>
            <a:pPr algn="ctr"/>
            <a:r>
              <a:rPr lang="de-DE" b="0" smtClean="0"/>
              <a:t>Dieser Aufbau entspricht dem eines Plattenkondensators.</a:t>
            </a:r>
            <a:endParaRPr lang="de-DE" b="0"/>
          </a:p>
        </p:txBody>
      </p:sp>
      <p:sp>
        <p:nvSpPr>
          <p:cNvPr id="14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29545841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bgerundetes Rechteck 6"/>
          <p:cNvSpPr/>
          <p:nvPr/>
        </p:nvSpPr>
        <p:spPr>
          <a:xfrm>
            <a:off x="1082876" y="2422669"/>
            <a:ext cx="5754370" cy="113517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funktioniert ein DHT22? </a:t>
            </a:r>
            <a:r>
              <a:rPr lang="de-DE" b="1" smtClean="0"/>
              <a:t>(3)</a:t>
            </a:r>
            <a:endParaRPr lang="de-DE" b="1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082876" y="2577156"/>
            <a:ext cx="5754370" cy="1493250"/>
          </a:xfrm>
          <a:noFill/>
          <a:ln>
            <a:noFill/>
          </a:ln>
        </p:spPr>
        <p:txBody>
          <a:bodyPr lIns="180000">
            <a:normAutofit/>
          </a:bodyPr>
          <a:lstStyle/>
          <a:p>
            <a:r>
              <a:rPr lang="de-DE" b="0" smtClean="0"/>
              <a:t>Anhand der </a:t>
            </a:r>
            <a:r>
              <a:rPr lang="de-DE" b="0"/>
              <a:t>Kapazitätsänderung </a:t>
            </a:r>
            <a:r>
              <a:rPr lang="de-DE" b="0" smtClean="0"/>
              <a:t>des Kondensators wird </a:t>
            </a:r>
            <a:r>
              <a:rPr lang="de-DE" b="0"/>
              <a:t>mithilfe einer Kalibrierung die relative Luftfeuchte ermittelt</a:t>
            </a:r>
            <a:r>
              <a:rPr lang="de-DE" b="0" smtClean="0"/>
              <a:t>.</a:t>
            </a:r>
          </a:p>
          <a:p>
            <a:endParaRPr lang="de-DE" b="0"/>
          </a:p>
          <a:p>
            <a:r>
              <a:rPr lang="de-DE" b="0"/>
              <a:t>Dem liegt folgender</a:t>
            </a:r>
            <a:r>
              <a:rPr lang="de-DE"/>
              <a:t> </a:t>
            </a:r>
            <a:r>
              <a:rPr lang="de-DE" smtClean="0"/>
              <a:t>____________ </a:t>
            </a:r>
            <a:r>
              <a:rPr lang="de-DE" b="0"/>
              <a:t>zugrunde</a:t>
            </a:r>
            <a:r>
              <a:rPr lang="de-DE" b="0" smtClean="0"/>
              <a:t>:</a:t>
            </a:r>
            <a:endParaRPr lang="de-DE" b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7</a:t>
            </a:fld>
            <a:endParaRPr lang="de-DE"/>
          </a:p>
        </p:txBody>
      </p:sp>
      <p:graphicFrame>
        <p:nvGraphicFramePr>
          <p:cNvPr id="12" name="Diagramm 11"/>
          <p:cNvGraphicFramePr/>
          <p:nvPr>
            <p:extLst>
              <p:ext uri="{D42A27DB-BD31-4B8C-83A1-F6EECF244321}">
                <p14:modId xmlns:p14="http://schemas.microsoft.com/office/powerpoint/2010/main" val="2351600751"/>
              </p:ext>
            </p:extLst>
          </p:nvPr>
        </p:nvGraphicFramePr>
        <p:xfrm>
          <a:off x="7202572" y="441163"/>
          <a:ext cx="3641955" cy="5765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94909791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bgerundetes Rechteck 8"/>
          <p:cNvSpPr/>
          <p:nvPr/>
        </p:nvSpPr>
        <p:spPr>
          <a:xfrm>
            <a:off x="1082876" y="2422669"/>
            <a:ext cx="5754370" cy="113517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funktioniert ein DHT22? </a:t>
            </a:r>
            <a:r>
              <a:rPr lang="de-DE" b="1" smtClean="0"/>
              <a:t>(3)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1082876" y="2577156"/>
            <a:ext cx="5754370" cy="1493250"/>
          </a:xfrm>
          <a:noFill/>
          <a:ln>
            <a:noFill/>
          </a:ln>
        </p:spPr>
        <p:txBody>
          <a:bodyPr lIns="180000">
            <a:normAutofit/>
          </a:bodyPr>
          <a:lstStyle/>
          <a:p>
            <a:r>
              <a:rPr lang="de-DE" b="0" smtClean="0"/>
              <a:t>Anhand der </a:t>
            </a:r>
            <a:r>
              <a:rPr lang="de-DE" b="0"/>
              <a:t>Kapazitätsänderung </a:t>
            </a:r>
            <a:r>
              <a:rPr lang="de-DE" b="0" smtClean="0"/>
              <a:t>des Kondensators wird </a:t>
            </a:r>
            <a:r>
              <a:rPr lang="de-DE" b="0"/>
              <a:t>mithilfe einer Kalibrierung die relative Luftfeuchte ermittelt</a:t>
            </a:r>
            <a:r>
              <a:rPr lang="de-DE" b="0" smtClean="0"/>
              <a:t>.</a:t>
            </a:r>
          </a:p>
          <a:p>
            <a:endParaRPr lang="de-DE" b="0"/>
          </a:p>
          <a:p>
            <a:r>
              <a:rPr lang="de-DE" b="0"/>
              <a:t>Dem liegt folgender</a:t>
            </a:r>
            <a:r>
              <a:rPr lang="de-DE"/>
              <a:t> </a:t>
            </a:r>
            <a:r>
              <a:rPr lang="de-DE" smtClean="0"/>
              <a:t>Zusammenhang </a:t>
            </a:r>
            <a:r>
              <a:rPr lang="de-DE" b="0"/>
              <a:t>zugrunde</a:t>
            </a:r>
            <a:r>
              <a:rPr lang="de-DE" b="0" smtClean="0"/>
              <a:t>:</a:t>
            </a:r>
            <a:endParaRPr lang="de-DE" b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8</a:t>
            </a:fld>
            <a:endParaRPr lang="de-DE"/>
          </a:p>
        </p:txBody>
      </p:sp>
      <p:graphicFrame>
        <p:nvGraphicFramePr>
          <p:cNvPr id="12" name="Diagramm 11"/>
          <p:cNvGraphicFramePr/>
          <p:nvPr>
            <p:extLst>
              <p:ext uri="{D42A27DB-BD31-4B8C-83A1-F6EECF244321}">
                <p14:modId xmlns:p14="http://schemas.microsoft.com/office/powerpoint/2010/main" val="2210460942"/>
              </p:ext>
            </p:extLst>
          </p:nvPr>
        </p:nvGraphicFramePr>
        <p:xfrm>
          <a:off x="7202572" y="441163"/>
          <a:ext cx="3641955" cy="5765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40530727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bgerundetes Rechteck 6"/>
          <p:cNvSpPr/>
          <p:nvPr/>
        </p:nvSpPr>
        <p:spPr>
          <a:xfrm>
            <a:off x="1082876" y="4378036"/>
            <a:ext cx="5401051" cy="79432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>
              <a:xfrm>
                <a:off x="1083600" y="1297541"/>
                <a:ext cx="5581360" cy="4052480"/>
              </a:xfrm>
              <a:noFill/>
              <a:ln>
                <a:noFill/>
              </a:ln>
            </p:spPr>
            <p:txBody>
              <a:bodyPr lIns="180000">
                <a:normAutofit lnSpcReduction="10000"/>
              </a:bodyPr>
              <a:lstStyle/>
              <a:p>
                <a:r>
                  <a:rPr lang="de-DE" b="0"/>
                  <a:t>Die Dielektrizitätskonstante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b="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de-DE" b="0"/>
                  <a:t> ist eine Materialkonstante, die angibt, wie stark ein Material ein elektrisches Feld beeinflusst bzw. abschwächt</a:t>
                </a:r>
                <a:r>
                  <a:rPr lang="de-DE" b="0" smtClean="0"/>
                  <a:t>.</a:t>
                </a:r>
              </a:p>
              <a:p>
                <a:endParaRPr lang="de-DE" b="0" smtClean="0"/>
              </a:p>
              <a:p>
                <a:r>
                  <a:rPr lang="de-DE" b="0"/>
                  <a:t>Wasser besitzt 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b="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de-DE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≈80</m:t>
                    </m:r>
                  </m:oMath>
                </a14:m>
                <a:r>
                  <a:rPr lang="de-DE" b="0"/>
                  <a:t> eine </a:t>
                </a:r>
                <a:r>
                  <a:rPr lang="de-DE" b="0" smtClean="0"/>
                  <a:t>_________ Dielektrizitätskonstante </a:t>
                </a:r>
                <a:r>
                  <a:rPr lang="de-DE" b="0"/>
                  <a:t>(im Vergleich zu Luft 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b="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de-DE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≈1)</m:t>
                    </m:r>
                  </m:oMath>
                </a14:m>
                <a:r>
                  <a:rPr lang="de-DE" b="0"/>
                  <a:t>.</a:t>
                </a:r>
                <a:endParaRPr lang="de-DE" b="0" smtClean="0"/>
              </a:p>
              <a:p>
                <a:endParaRPr lang="de-DE" b="0" smtClean="0"/>
              </a:p>
              <a:p>
                <a:r>
                  <a:rPr lang="de-DE" b="0" smtClean="0"/>
                  <a:t>Je höher die relative Luftfeuchte, desto ____ Wasser lagert sich im Polymer an (hygroskopisches Polymer).</a:t>
                </a:r>
              </a:p>
              <a:p>
                <a:endParaRPr lang="de-DE" b="0" smtClean="0"/>
              </a:p>
              <a:p>
                <a:r>
                  <a:rPr lang="de-DE" b="0" smtClean="0"/>
                  <a:t>Die Dielektrizitätskonstante des Polymers ______ somit bei Erhöhung der relativen Luftfeuchte. </a:t>
                </a:r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3600" y="1297541"/>
                <a:ext cx="5581360" cy="4052480"/>
              </a:xfrm>
              <a:blipFill>
                <a:blip r:embed="rId3"/>
                <a:stretch>
                  <a:fillRect t="-2105" r="-26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funktioniert ein DHT22? </a:t>
            </a:r>
            <a:r>
              <a:rPr lang="de-DE" b="1" smtClean="0"/>
              <a:t>(4)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9</a:t>
            </a:fld>
            <a:endParaRPr lang="de-DE"/>
          </a:p>
        </p:txBody>
      </p:sp>
      <p:graphicFrame>
        <p:nvGraphicFramePr>
          <p:cNvPr id="9" name="Diagramm 8"/>
          <p:cNvGraphicFramePr/>
          <p:nvPr>
            <p:extLst/>
          </p:nvPr>
        </p:nvGraphicFramePr>
        <p:xfrm>
          <a:off x="7202572" y="441163"/>
          <a:ext cx="3641955" cy="5765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46304404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bgerundetes Rechteck 6"/>
          <p:cNvSpPr/>
          <p:nvPr/>
        </p:nvSpPr>
        <p:spPr>
          <a:xfrm>
            <a:off x="1082876" y="4378036"/>
            <a:ext cx="5401051" cy="79432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funktioniert ein DHT22? </a:t>
            </a:r>
            <a:r>
              <a:rPr lang="de-DE" b="1" smtClean="0"/>
              <a:t>(4) </a:t>
            </a:r>
            <a:r>
              <a:rPr lang="de-DE" b="1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>
              <a:xfrm>
                <a:off x="1083600" y="1297541"/>
                <a:ext cx="5581360" cy="4052480"/>
              </a:xfrm>
              <a:noFill/>
              <a:ln>
                <a:noFill/>
              </a:ln>
            </p:spPr>
            <p:txBody>
              <a:bodyPr lIns="180000">
                <a:normAutofit lnSpcReduction="10000"/>
              </a:bodyPr>
              <a:lstStyle/>
              <a:p>
                <a:r>
                  <a:rPr lang="de-DE" b="0"/>
                  <a:t>Die Dielektrizitätskonstante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b="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de-DE" b="0"/>
                  <a:t> ist eine Materialkonstante, die angibt, wie stark ein Material ein elektrisches Feld beeinflusst bzw. abschwächt</a:t>
                </a:r>
                <a:r>
                  <a:rPr lang="de-DE" b="0" smtClean="0"/>
                  <a:t>.</a:t>
                </a:r>
              </a:p>
              <a:p>
                <a:endParaRPr lang="de-DE" b="0" smtClean="0"/>
              </a:p>
              <a:p>
                <a:r>
                  <a:rPr lang="de-DE" b="0"/>
                  <a:t>Wasser besitzt 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b="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de-DE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≈80</m:t>
                    </m:r>
                  </m:oMath>
                </a14:m>
                <a:r>
                  <a:rPr lang="de-DE" b="0"/>
                  <a:t> eine sehr hohe Dielektrizitätskonstante (im Vergleich zu Luft 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b="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de-DE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≈1)</m:t>
                    </m:r>
                  </m:oMath>
                </a14:m>
                <a:r>
                  <a:rPr lang="de-DE" b="0"/>
                  <a:t>.</a:t>
                </a:r>
                <a:endParaRPr lang="de-DE" b="0" smtClean="0"/>
              </a:p>
              <a:p>
                <a:endParaRPr lang="de-DE" b="0" smtClean="0"/>
              </a:p>
              <a:p>
                <a:r>
                  <a:rPr lang="de-DE" b="0" smtClean="0"/>
                  <a:t>Je höher die relative Luftfeuchte, desto mehr Wasser lagert sich im Polymer an (hygroskopisches Polymer).</a:t>
                </a:r>
              </a:p>
              <a:p>
                <a:endParaRPr lang="de-DE" b="0" smtClean="0"/>
              </a:p>
              <a:p>
                <a:r>
                  <a:rPr lang="de-DE" b="0" smtClean="0"/>
                  <a:t>Die Dielektrizitätskonstante des Polymers steigt somit bei steigender relativer Luftfeuchte. </a:t>
                </a:r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3600" y="1297541"/>
                <a:ext cx="5581360" cy="4052480"/>
              </a:xfrm>
              <a:blipFill>
                <a:blip r:embed="rId3"/>
                <a:stretch>
                  <a:fillRect t="-2105" r="-28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10</a:t>
            </a:fld>
            <a:endParaRPr lang="de-DE"/>
          </a:p>
        </p:txBody>
      </p:sp>
      <p:graphicFrame>
        <p:nvGraphicFramePr>
          <p:cNvPr id="8" name="Diagramm 7"/>
          <p:cNvGraphicFramePr/>
          <p:nvPr>
            <p:extLst/>
          </p:nvPr>
        </p:nvGraphicFramePr>
        <p:xfrm>
          <a:off x="7202572" y="441163"/>
          <a:ext cx="3641955" cy="5765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134920078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funktioniert ein DHT22? (4</a:t>
            </a:r>
            <a:r>
              <a:rPr lang="de-DE" b="1" smtClean="0"/>
              <a:t>)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11</a:t>
            </a:fld>
            <a:endParaRPr lang="de-DE"/>
          </a:p>
        </p:txBody>
      </p:sp>
      <p:graphicFrame>
        <p:nvGraphicFramePr>
          <p:cNvPr id="9" name="Diagramm 8"/>
          <p:cNvGraphicFramePr/>
          <p:nvPr>
            <p:extLst>
              <p:ext uri="{D42A27DB-BD31-4B8C-83A1-F6EECF244321}">
                <p14:modId xmlns:p14="http://schemas.microsoft.com/office/powerpoint/2010/main" val="846586234"/>
              </p:ext>
            </p:extLst>
          </p:nvPr>
        </p:nvGraphicFramePr>
        <p:xfrm>
          <a:off x="7202572" y="441163"/>
          <a:ext cx="3641955" cy="5765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Abgerundetes Rechteck 3"/>
          <p:cNvSpPr/>
          <p:nvPr/>
        </p:nvSpPr>
        <p:spPr>
          <a:xfrm>
            <a:off x="1207806" y="3048001"/>
            <a:ext cx="1175176" cy="54494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Abgerundetes Rechteck 13"/>
          <p:cNvSpPr/>
          <p:nvPr/>
        </p:nvSpPr>
        <p:spPr>
          <a:xfrm>
            <a:off x="1207806" y="5624945"/>
            <a:ext cx="4731176" cy="41851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>
              <a:xfrm>
                <a:off x="1083600" y="1108800"/>
                <a:ext cx="5642320" cy="4943899"/>
              </a:xfrm>
              <a:noFill/>
              <a:ln>
                <a:noFill/>
              </a:ln>
            </p:spPr>
            <p:txBody>
              <a:bodyPr lIns="180000">
                <a:normAutofit/>
              </a:bodyPr>
              <a:lstStyle/>
              <a:p>
                <a:r>
                  <a:rPr lang="de-DE" b="0" smtClean="0"/>
                  <a:t>Zwischen den Elektroden des Plattenkondensators baut </a:t>
                </a:r>
                <a:r>
                  <a:rPr lang="de-DE" b="0"/>
                  <a:t>sich bei angelegter Spannung ein elektrisches Feld auf</a:t>
                </a:r>
                <a:r>
                  <a:rPr lang="de-DE" b="0" smtClean="0"/>
                  <a:t>.</a:t>
                </a:r>
              </a:p>
              <a:p>
                <a:endParaRPr lang="de-DE" b="0" smtClean="0"/>
              </a:p>
              <a:p>
                <a:r>
                  <a:rPr lang="de-DE" b="0" smtClean="0"/>
                  <a:t>Bei steigender Dielektrizität wird das elektrische Feld im Plattenkondensator ____________, denn es gilt:</a:t>
                </a:r>
              </a:p>
              <a:p>
                <a:endParaRPr lang="de-DE" sz="1000" b="0" smtClean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num>
                      <m:den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de-DE" b="0" smtClean="0"/>
                  <a:t>, </a:t>
                </a:r>
              </a:p>
              <a:p>
                <a:endParaRPr lang="de-DE" b="0"/>
              </a:p>
              <a:p>
                <a:r>
                  <a:rPr lang="de-DE" b="0"/>
                  <a:t>w</a:t>
                </a:r>
                <a:r>
                  <a:rPr lang="de-DE" b="0" smtClean="0"/>
                  <a:t>obei: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DE" b="0" smtClean="0"/>
                  <a:t>elektrsiches Feld, 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DE" b="0" smtClean="0"/>
                  <a:t>elektrisches Erregungsfeld,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DE" b="0" smtClean="0"/>
                  <a:t>elektrische Feldkonstante (Dielektrizitätskonstante ______)</a:t>
                </a:r>
              </a:p>
              <a:p>
                <a:endParaRPr lang="de-DE" b="0"/>
              </a:p>
              <a:p>
                <a:r>
                  <a:rPr lang="de-DE" b="0" smtClean="0">
                    <a:sym typeface="Wingdings" panose="05000000000000000000" pitchFamily="2" charset="2"/>
                  </a:rPr>
                  <a:t> wenn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↑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𝜀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und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𝜀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und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acc>
                      <m:accPr>
                        <m:chr m:val="⃗"/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𝐷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konstant</m:t>
                    </m:r>
                    <m:r>
                      <a:rPr lang="de-DE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dann</m:t>
                    </m:r>
                    <m:r>
                      <a:rPr lang="de-DE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_____</m:t>
                    </m:r>
                  </m:oMath>
                </a14:m>
                <a:endParaRPr lang="de-DE" b="0" smtClean="0"/>
              </a:p>
              <a:p>
                <a:endParaRPr lang="de-DE" b="0" smtClean="0"/>
              </a:p>
              <a:p>
                <a:endParaRPr lang="de-DE" b="0" smtClean="0"/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3600" y="1108800"/>
                <a:ext cx="5642320" cy="4943899"/>
              </a:xfrm>
              <a:blipFill>
                <a:blip r:embed="rId8"/>
                <a:stretch>
                  <a:fillRect t="-1603" r="-1622" b="-11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39529456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funktioniert ein DHT22? (4) </a:t>
            </a:r>
            <a:r>
              <a:rPr lang="de-DE" b="1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9" name="Abgerundetes Rechteck 8"/>
          <p:cNvSpPr/>
          <p:nvPr/>
        </p:nvSpPr>
        <p:spPr>
          <a:xfrm>
            <a:off x="1207806" y="3048001"/>
            <a:ext cx="1175176" cy="54494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Abgerundetes Rechteck 9"/>
          <p:cNvSpPr/>
          <p:nvPr/>
        </p:nvSpPr>
        <p:spPr>
          <a:xfrm>
            <a:off x="1207806" y="5624945"/>
            <a:ext cx="4731176" cy="41851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13" name="Diagramm 12"/>
          <p:cNvGraphicFramePr/>
          <p:nvPr>
            <p:extLst>
              <p:ext uri="{D42A27DB-BD31-4B8C-83A1-F6EECF244321}">
                <p14:modId xmlns:p14="http://schemas.microsoft.com/office/powerpoint/2010/main" val="500636073"/>
              </p:ext>
            </p:extLst>
          </p:nvPr>
        </p:nvGraphicFramePr>
        <p:xfrm>
          <a:off x="7202572" y="441163"/>
          <a:ext cx="3641955" cy="5765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>
              <a:xfrm>
                <a:off x="1083600" y="1108800"/>
                <a:ext cx="5642320" cy="4943899"/>
              </a:xfrm>
              <a:noFill/>
              <a:ln>
                <a:noFill/>
              </a:ln>
            </p:spPr>
            <p:txBody>
              <a:bodyPr lIns="180000">
                <a:normAutofit/>
              </a:bodyPr>
              <a:lstStyle/>
              <a:p>
                <a:r>
                  <a:rPr lang="de-DE" b="0" smtClean="0"/>
                  <a:t>Zwischen den Elektroden des Plattenkondensators baut </a:t>
                </a:r>
                <a:r>
                  <a:rPr lang="de-DE" b="0"/>
                  <a:t>sich bei angelegter Spannung ein elektrisches Feld auf</a:t>
                </a:r>
                <a:r>
                  <a:rPr lang="de-DE" b="0" smtClean="0"/>
                  <a:t>.</a:t>
                </a:r>
              </a:p>
              <a:p>
                <a:endParaRPr lang="de-DE" b="0" smtClean="0"/>
              </a:p>
              <a:p>
                <a:r>
                  <a:rPr lang="de-DE" b="0" smtClean="0"/>
                  <a:t>Bei steigender Dielektrizität wird das elektrische Feld im Plattenkondensator abgeschwächt, denn es gilt:</a:t>
                </a:r>
              </a:p>
              <a:p>
                <a:endParaRPr lang="de-DE" sz="1000" b="0" smtClean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num>
                      <m:den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de-DE" b="0" smtClean="0"/>
                  <a:t>, </a:t>
                </a:r>
              </a:p>
              <a:p>
                <a:endParaRPr lang="de-DE" b="0"/>
              </a:p>
              <a:p>
                <a:r>
                  <a:rPr lang="de-DE" b="0"/>
                  <a:t>w</a:t>
                </a:r>
                <a:r>
                  <a:rPr lang="de-DE" b="0" smtClean="0"/>
                  <a:t>obei: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DE" b="0" smtClean="0"/>
                  <a:t>elektrsiches Feld, 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DE" b="0" smtClean="0"/>
                  <a:t>elektrisches Erregungsfeld,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DE" b="0" smtClean="0"/>
                  <a:t>elektrische Feldkonstante (Dielektrizitätskonstante Vakuum)</a:t>
                </a:r>
              </a:p>
              <a:p>
                <a:endParaRPr lang="de-DE" b="0"/>
              </a:p>
              <a:p>
                <a:r>
                  <a:rPr lang="de-DE" b="0" smtClean="0">
                    <a:sym typeface="Wingdings" panose="05000000000000000000" pitchFamily="2" charset="2"/>
                  </a:rPr>
                  <a:t> wenn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↑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𝜀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und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𝜀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und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acc>
                      <m:accPr>
                        <m:chr m:val="⃗"/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𝐷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konstant</m:t>
                    </m:r>
                    <m:r>
                      <a:rPr lang="de-DE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dann</m:t>
                    </m:r>
                    <m:r>
                      <a:rPr lang="de-DE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↓</m:t>
                    </m:r>
                    <m:acc>
                      <m:accPr>
                        <m:chr m:val="⃗"/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endParaRPr lang="de-DE" b="0" smtClean="0"/>
              </a:p>
              <a:p>
                <a:endParaRPr lang="de-DE" b="0" smtClean="0"/>
              </a:p>
              <a:p>
                <a:endParaRPr lang="de-DE" b="0" smtClean="0"/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3600" y="1108800"/>
                <a:ext cx="5642320" cy="4943899"/>
              </a:xfrm>
              <a:blipFill>
                <a:blip r:embed="rId8"/>
                <a:stretch>
                  <a:fillRect t="-1603" r="-1622" b="-11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192758548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funktioniert ein DHT22? </a:t>
            </a:r>
            <a:r>
              <a:rPr lang="de-DE" b="1" smtClean="0"/>
              <a:t>(5)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12" name="Abgerundetes Rechteck 11"/>
          <p:cNvSpPr/>
          <p:nvPr/>
        </p:nvSpPr>
        <p:spPr>
          <a:xfrm>
            <a:off x="1207806" y="2540001"/>
            <a:ext cx="1175176" cy="54494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Abgerundetes Rechteck 12"/>
          <p:cNvSpPr/>
          <p:nvPr/>
        </p:nvSpPr>
        <p:spPr>
          <a:xfrm>
            <a:off x="1207806" y="4252432"/>
            <a:ext cx="3918376" cy="41851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14" name="Diagramm 13"/>
          <p:cNvGraphicFramePr/>
          <p:nvPr>
            <p:extLst>
              <p:ext uri="{D42A27DB-BD31-4B8C-83A1-F6EECF244321}">
                <p14:modId xmlns:p14="http://schemas.microsoft.com/office/powerpoint/2010/main" val="4078871200"/>
              </p:ext>
            </p:extLst>
          </p:nvPr>
        </p:nvGraphicFramePr>
        <p:xfrm>
          <a:off x="7202572" y="441163"/>
          <a:ext cx="3641955" cy="5765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>
              <a:xfrm>
                <a:off x="1083600" y="1866891"/>
                <a:ext cx="5520690" cy="2913779"/>
              </a:xfrm>
              <a:noFill/>
              <a:ln>
                <a:noFill/>
              </a:ln>
            </p:spPr>
            <p:txBody>
              <a:bodyPr lIns="180000">
                <a:normAutofit lnSpcReduction="10000"/>
              </a:bodyPr>
              <a:lstStyle/>
              <a:p>
                <a:r>
                  <a:rPr lang="de-DE" b="0" smtClean="0"/>
                  <a:t>Bei sinkender elektrischer Feldstärke nimmt die Spannung des Plattenkondensators __, denn es gilt:</a:t>
                </a:r>
              </a:p>
              <a:p>
                <a:endParaRPr lang="de-DE" b="0" smtClean="0"/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  <m:acc>
                      <m:accPr>
                        <m:chr m:val="⃗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de-DE" b="0" smtClean="0"/>
                  <a:t>, </a:t>
                </a:r>
              </a:p>
              <a:p>
                <a:endParaRPr lang="de-DE" b="0"/>
              </a:p>
              <a:p>
                <a:r>
                  <a:rPr lang="de-DE" b="0"/>
                  <a:t>w</a:t>
                </a:r>
                <a:r>
                  <a:rPr lang="de-DE" b="0" smtClean="0"/>
                  <a:t>obei: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DE" b="0" smtClean="0"/>
                  <a:t>Spannung, </a:t>
                </a:r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DE" b="0" smtClean="0"/>
                  <a:t>Abstand zwischen den Platten</a:t>
                </a:r>
              </a:p>
              <a:p>
                <a:endParaRPr lang="de-DE" b="0"/>
              </a:p>
              <a:p>
                <a:r>
                  <a:rPr lang="de-DE" b="0">
                    <a:sym typeface="Wingdings" panose="05000000000000000000" pitchFamily="2" charset="2"/>
                  </a:rPr>
                  <a:t> w</a:t>
                </a:r>
                <a:r>
                  <a:rPr lang="de-DE" b="0" smtClean="0">
                    <a:sym typeface="Wingdings" panose="05000000000000000000" pitchFamily="2" charset="2"/>
                  </a:rPr>
                  <a:t>enn </a:t>
                </a:r>
                <a14:m>
                  <m:oMath xmlns:m="http://schemas.openxmlformats.org/officeDocument/2006/math"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↓</m:t>
                    </m:r>
                    <m:acc>
                      <m:accPr>
                        <m:chr m:val="⃗"/>
                        <m:ctrlPr>
                          <a:rPr lang="de-D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de-D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</m:acc>
                    <m:r>
                      <a:rPr lang="de-DE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de-DE" b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und</m:t>
                    </m:r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𝑑</m:t>
                    </m:r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de-DE" b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konstant</m:t>
                    </m:r>
                    <m:r>
                      <a:rPr lang="de-DE" b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m:rPr>
                        <m:sty m:val="p"/>
                      </m:rPr>
                      <a:rPr lang="de-DE" b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dann</m:t>
                    </m:r>
                    <m:r>
                      <a:rPr lang="de-DE" b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_____</m:t>
                    </m:r>
                  </m:oMath>
                </a14:m>
                <a:endParaRPr lang="de-DE" b="0"/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3600" y="1866891"/>
                <a:ext cx="5520690" cy="2913779"/>
              </a:xfrm>
              <a:blipFill>
                <a:blip r:embed="rId8"/>
                <a:stretch>
                  <a:fillRect t="-2929" r="-20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344425477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funktioniert ein DHT22? </a:t>
            </a:r>
            <a:r>
              <a:rPr lang="de-DE" b="1" smtClean="0"/>
              <a:t>(5) </a:t>
            </a:r>
            <a:r>
              <a:rPr lang="de-DE" b="1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14</a:t>
            </a:fld>
            <a:endParaRPr lang="de-DE"/>
          </a:p>
        </p:txBody>
      </p:sp>
      <p:graphicFrame>
        <p:nvGraphicFramePr>
          <p:cNvPr id="7" name="Diagramm 6"/>
          <p:cNvGraphicFramePr/>
          <p:nvPr>
            <p:extLst>
              <p:ext uri="{D42A27DB-BD31-4B8C-83A1-F6EECF244321}">
                <p14:modId xmlns:p14="http://schemas.microsoft.com/office/powerpoint/2010/main" val="870876190"/>
              </p:ext>
            </p:extLst>
          </p:nvPr>
        </p:nvGraphicFramePr>
        <p:xfrm>
          <a:off x="7202572" y="441163"/>
          <a:ext cx="3641955" cy="5765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Abgerundetes Rechteck 7"/>
          <p:cNvSpPr/>
          <p:nvPr/>
        </p:nvSpPr>
        <p:spPr>
          <a:xfrm>
            <a:off x="1207806" y="2540001"/>
            <a:ext cx="1175176" cy="54494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Abgerundetes Rechteck 11"/>
          <p:cNvSpPr/>
          <p:nvPr/>
        </p:nvSpPr>
        <p:spPr>
          <a:xfrm>
            <a:off x="1207806" y="4252432"/>
            <a:ext cx="3918376" cy="41851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Inhaltsplatzhalter 2"/>
              <p:cNvSpPr>
                <a:spLocks noGrp="1"/>
              </p:cNvSpPr>
              <p:nvPr>
                <p:ph idx="1"/>
              </p:nvPr>
            </p:nvSpPr>
            <p:spPr>
              <a:xfrm>
                <a:off x="1083600" y="1866891"/>
                <a:ext cx="5520690" cy="2913779"/>
              </a:xfrm>
              <a:noFill/>
              <a:ln>
                <a:noFill/>
              </a:ln>
            </p:spPr>
            <p:txBody>
              <a:bodyPr lIns="180000">
                <a:normAutofit lnSpcReduction="10000"/>
              </a:bodyPr>
              <a:lstStyle/>
              <a:p>
                <a:r>
                  <a:rPr lang="de-DE" b="0" smtClean="0"/>
                  <a:t>Bei sinkender elektrischer Feldstärke nimmt die Spannung des Plattenkondensators ab, denn es gilt:</a:t>
                </a:r>
              </a:p>
              <a:p>
                <a:endParaRPr lang="de-DE" b="0" smtClean="0"/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  <m:acc>
                      <m:accPr>
                        <m:chr m:val="⃗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de-DE" b="0" smtClean="0"/>
                  <a:t>, </a:t>
                </a:r>
              </a:p>
              <a:p>
                <a:endParaRPr lang="de-DE" b="0"/>
              </a:p>
              <a:p>
                <a:r>
                  <a:rPr lang="de-DE" b="0"/>
                  <a:t>w</a:t>
                </a:r>
                <a:r>
                  <a:rPr lang="de-DE" b="0" smtClean="0"/>
                  <a:t>obei: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DE" b="0" smtClean="0"/>
                  <a:t>Spannung, </a:t>
                </a:r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DE" b="0" smtClean="0"/>
                  <a:t>Abstand zwischen den Platten</a:t>
                </a:r>
              </a:p>
              <a:p>
                <a:endParaRPr lang="de-DE" b="0"/>
              </a:p>
              <a:p>
                <a:r>
                  <a:rPr lang="de-DE" b="0">
                    <a:sym typeface="Wingdings" panose="05000000000000000000" pitchFamily="2" charset="2"/>
                  </a:rPr>
                  <a:t> w</a:t>
                </a:r>
                <a:r>
                  <a:rPr lang="de-DE" b="0" smtClean="0">
                    <a:sym typeface="Wingdings" panose="05000000000000000000" pitchFamily="2" charset="2"/>
                  </a:rPr>
                  <a:t>enn </a:t>
                </a:r>
                <a14:m>
                  <m:oMath xmlns:m="http://schemas.openxmlformats.org/officeDocument/2006/math"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↓</m:t>
                    </m:r>
                    <m:acc>
                      <m:accPr>
                        <m:chr m:val="⃗"/>
                        <m:ctrlPr>
                          <a:rPr lang="de-D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de-D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</m:acc>
                    <m:r>
                      <a:rPr lang="de-DE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de-DE" b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und</m:t>
                    </m:r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𝑑</m:t>
                    </m:r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de-DE" b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konstant</m:t>
                    </m:r>
                    <m:r>
                      <a:rPr lang="de-DE" b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m:rPr>
                        <m:sty m:val="p"/>
                      </m:rPr>
                      <a:rPr lang="de-DE" b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dann</m:t>
                    </m:r>
                    <m:r>
                      <a:rPr lang="de-DE" b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↓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𝑈</m:t>
                    </m:r>
                  </m:oMath>
                </a14:m>
                <a:endParaRPr lang="de-DE" b="0"/>
              </a:p>
            </p:txBody>
          </p:sp>
        </mc:Choice>
        <mc:Fallback xmlns="">
          <p:sp>
            <p:nvSpPr>
              <p:cNvPr id="1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3600" y="1866891"/>
                <a:ext cx="5520690" cy="2913779"/>
              </a:xfrm>
              <a:blipFill>
                <a:blip r:embed="rId8"/>
                <a:stretch>
                  <a:fillRect t="-2929" r="-20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219957436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funktioniert ein DHT22? </a:t>
            </a:r>
            <a:r>
              <a:rPr lang="de-DE" b="1" smtClean="0"/>
              <a:t>(6)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15</a:t>
            </a:fld>
            <a:endParaRPr lang="de-DE"/>
          </a:p>
        </p:txBody>
      </p:sp>
      <p:graphicFrame>
        <p:nvGraphicFramePr>
          <p:cNvPr id="7" name="Diagramm 6"/>
          <p:cNvGraphicFramePr/>
          <p:nvPr>
            <p:extLst>
              <p:ext uri="{D42A27DB-BD31-4B8C-83A1-F6EECF244321}">
                <p14:modId xmlns:p14="http://schemas.microsoft.com/office/powerpoint/2010/main" val="3590765397"/>
              </p:ext>
            </p:extLst>
          </p:nvPr>
        </p:nvGraphicFramePr>
        <p:xfrm>
          <a:off x="7202572" y="441163"/>
          <a:ext cx="3641955" cy="5765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Abgerundetes Rechteck 3"/>
          <p:cNvSpPr/>
          <p:nvPr/>
        </p:nvSpPr>
        <p:spPr>
          <a:xfrm>
            <a:off x="1207806" y="2540000"/>
            <a:ext cx="870376" cy="52647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Abgerundetes Rechteck 8"/>
          <p:cNvSpPr/>
          <p:nvPr/>
        </p:nvSpPr>
        <p:spPr>
          <a:xfrm>
            <a:off x="1207805" y="4433249"/>
            <a:ext cx="3955321" cy="37321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>
              <a:xfrm>
                <a:off x="1083600" y="1841101"/>
                <a:ext cx="5490210" cy="2965359"/>
              </a:xfrm>
              <a:noFill/>
              <a:ln>
                <a:noFill/>
              </a:ln>
            </p:spPr>
            <p:txBody>
              <a:bodyPr lIns="180000">
                <a:normAutofit/>
              </a:bodyPr>
              <a:lstStyle/>
              <a:p>
                <a:r>
                  <a:rPr lang="de-DE" b="0" smtClean="0"/>
                  <a:t>Bei sinkender Spannung nimmt die Kapazität des Plattenkondensators __, denn es gilt</a:t>
                </a:r>
              </a:p>
              <a:p>
                <a:endParaRPr lang="de-DE" sz="1000" b="0" smtClean="0"/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de-DE" b="0" smtClean="0"/>
                  <a:t> </a:t>
                </a:r>
              </a:p>
              <a:p>
                <a:endParaRPr lang="de-DE" b="0"/>
              </a:p>
              <a:p>
                <a:r>
                  <a:rPr lang="de-DE" b="0" smtClean="0"/>
                  <a:t>wobei:</a:t>
                </a:r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DE" b="0" smtClean="0"/>
                  <a:t>Kapazität </a:t>
                </a:r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DE" b="0" smtClean="0"/>
                  <a:t> Ladung</a:t>
                </a:r>
              </a:p>
              <a:p>
                <a:endParaRPr lang="de-DE" b="0" smtClean="0"/>
              </a:p>
              <a:p>
                <a:r>
                  <a:rPr lang="de-DE" b="0">
                    <a:sym typeface="Wingdings" panose="05000000000000000000" pitchFamily="2" charset="2"/>
                  </a:rPr>
                  <a:t> wenn </a:t>
                </a:r>
                <a14:m>
                  <m:oMath xmlns:m="http://schemas.openxmlformats.org/officeDocument/2006/math"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↓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𝑈</m:t>
                    </m:r>
                    <m:r>
                      <a:rPr lang="de-DE" b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de-DE" b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und</m:t>
                    </m:r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𝑄</m:t>
                    </m:r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de-DE" b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konstant</m:t>
                    </m:r>
                    <m:r>
                      <a:rPr lang="de-DE" b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m:rPr>
                        <m:sty m:val="p"/>
                      </m:rPr>
                      <a:rPr lang="de-DE" b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dann</m:t>
                    </m:r>
                  </m:oMath>
                </a14:m>
                <a:r>
                  <a:rPr lang="de-DE" b="0" smtClean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_____</m:t>
                    </m:r>
                  </m:oMath>
                </a14:m>
                <a:endParaRPr lang="de-DE" b="0"/>
              </a:p>
              <a:p>
                <a:endParaRPr lang="de-DE" sz="1600" b="0"/>
              </a:p>
              <a:p>
                <a:endParaRPr lang="de-DE" sz="1600" b="0" smtClean="0"/>
              </a:p>
              <a:p>
                <a:endParaRPr lang="de-DE" b="0"/>
              </a:p>
              <a:p>
                <a:endParaRPr lang="de-DE" b="0" smtClean="0"/>
              </a:p>
              <a:p>
                <a:endParaRPr lang="de-DE" b="0"/>
              </a:p>
              <a:p>
                <a:endParaRPr lang="de-DE" b="0" smtClean="0"/>
              </a:p>
              <a:p>
                <a:endParaRPr lang="de-DE" b="0"/>
              </a:p>
              <a:p>
                <a:endParaRPr lang="de-DE" b="0" smtClean="0"/>
              </a:p>
              <a:p>
                <a:endParaRPr lang="de-DE" b="0"/>
              </a:p>
              <a:p>
                <a:endParaRPr lang="de-DE" b="0" smtClean="0"/>
              </a:p>
              <a:p>
                <a:endParaRPr lang="de-DE" b="0"/>
              </a:p>
              <a:p>
                <a:endParaRPr lang="de-DE" b="0" smtClean="0"/>
              </a:p>
              <a:p>
                <a:endParaRPr lang="de-DE" b="0"/>
              </a:p>
              <a:p>
                <a:endParaRPr lang="de-DE" b="0" smtClean="0"/>
              </a:p>
              <a:p>
                <a:endParaRPr lang="de-DE" sz="1000" b="0"/>
              </a:p>
              <a:p>
                <a:endParaRPr lang="de-DE" b="0" smtClean="0"/>
              </a:p>
              <a:p>
                <a:endParaRPr lang="de-DE" b="0" smtClean="0"/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3600" y="1841101"/>
                <a:ext cx="5490210" cy="2965359"/>
              </a:xfrm>
              <a:blipFill>
                <a:blip r:embed="rId8"/>
                <a:stretch>
                  <a:fillRect t="-2675" b="-32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361340850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funktioniert ein DHT22? </a:t>
            </a:r>
            <a:r>
              <a:rPr lang="de-DE" b="1" smtClean="0"/>
              <a:t>(6) </a:t>
            </a:r>
            <a:r>
              <a:rPr lang="de-DE" b="1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16</a:t>
            </a:fld>
            <a:endParaRPr lang="de-DE"/>
          </a:p>
        </p:txBody>
      </p:sp>
      <p:graphicFrame>
        <p:nvGraphicFramePr>
          <p:cNvPr id="7" name="Diagramm 6"/>
          <p:cNvGraphicFramePr/>
          <p:nvPr>
            <p:extLst>
              <p:ext uri="{D42A27DB-BD31-4B8C-83A1-F6EECF244321}">
                <p14:modId xmlns:p14="http://schemas.microsoft.com/office/powerpoint/2010/main" val="3590765397"/>
              </p:ext>
            </p:extLst>
          </p:nvPr>
        </p:nvGraphicFramePr>
        <p:xfrm>
          <a:off x="7202572" y="441163"/>
          <a:ext cx="3641955" cy="5765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Abgerundetes Rechteck 8"/>
          <p:cNvSpPr/>
          <p:nvPr/>
        </p:nvSpPr>
        <p:spPr>
          <a:xfrm>
            <a:off x="1207806" y="2540000"/>
            <a:ext cx="870376" cy="52647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Abgerundetes Rechteck 9"/>
          <p:cNvSpPr/>
          <p:nvPr/>
        </p:nvSpPr>
        <p:spPr>
          <a:xfrm>
            <a:off x="1207805" y="4433249"/>
            <a:ext cx="3955321" cy="37321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>
              <a:xfrm>
                <a:off x="1083600" y="1841101"/>
                <a:ext cx="5490210" cy="2965359"/>
              </a:xfrm>
              <a:noFill/>
              <a:ln>
                <a:noFill/>
              </a:ln>
            </p:spPr>
            <p:txBody>
              <a:bodyPr lIns="180000">
                <a:normAutofit/>
              </a:bodyPr>
              <a:lstStyle/>
              <a:p>
                <a:r>
                  <a:rPr lang="de-DE" b="0" smtClean="0"/>
                  <a:t>Bei sinkender Spannung nimmt die Kapazität des Plattenkondensators zu, denn es gilt</a:t>
                </a:r>
              </a:p>
              <a:p>
                <a:endParaRPr lang="de-DE" sz="1000" b="0" smtClean="0"/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de-DE" b="0" smtClean="0"/>
                  <a:t> </a:t>
                </a:r>
              </a:p>
              <a:p>
                <a:endParaRPr lang="de-DE" b="0"/>
              </a:p>
              <a:p>
                <a:r>
                  <a:rPr lang="de-DE" b="0" smtClean="0"/>
                  <a:t>wobei:</a:t>
                </a:r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DE" b="0" smtClean="0"/>
                  <a:t>Kapazität </a:t>
                </a:r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DE" b="0" smtClean="0"/>
                  <a:t> Ladung</a:t>
                </a:r>
              </a:p>
              <a:p>
                <a:endParaRPr lang="de-DE" b="0" smtClean="0"/>
              </a:p>
              <a:p>
                <a:r>
                  <a:rPr lang="de-DE" b="0">
                    <a:sym typeface="Wingdings" panose="05000000000000000000" pitchFamily="2" charset="2"/>
                  </a:rPr>
                  <a:t> wenn </a:t>
                </a:r>
                <a14:m>
                  <m:oMath xmlns:m="http://schemas.openxmlformats.org/officeDocument/2006/math"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↓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𝑈</m:t>
                    </m:r>
                    <m:r>
                      <a:rPr lang="de-DE" b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de-DE" b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und</m:t>
                    </m:r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𝑄</m:t>
                    </m:r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de-DE" b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konstant</m:t>
                    </m:r>
                    <m:r>
                      <a:rPr lang="de-DE" b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m:rPr>
                        <m:sty m:val="p"/>
                      </m:rPr>
                      <a:rPr lang="de-DE" b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dann</m:t>
                    </m:r>
                  </m:oMath>
                </a14:m>
                <a:r>
                  <a:rPr lang="de-DE" b="0" smtClean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de-DE" b="0"/>
              </a:p>
              <a:p>
                <a:endParaRPr lang="de-DE" b="0" smtClean="0"/>
              </a:p>
              <a:p>
                <a:endParaRPr lang="de-DE" sz="1000" b="0"/>
              </a:p>
              <a:p>
                <a:endParaRPr lang="de-DE" b="0" smtClean="0"/>
              </a:p>
              <a:p>
                <a:endParaRPr lang="de-DE" b="0" smtClean="0"/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3600" y="1841101"/>
                <a:ext cx="5490210" cy="2965359"/>
              </a:xfrm>
              <a:blipFill>
                <a:blip r:embed="rId8"/>
                <a:stretch>
                  <a:fillRect t="-2675" b="-32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329835185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8619" y="0"/>
            <a:ext cx="6853380" cy="6858000"/>
          </a:xfrm>
        </p:spPr>
        <p:txBody>
          <a:bodyPr anchor="ctr">
            <a:normAutofit/>
          </a:bodyPr>
          <a:lstStyle/>
          <a:p>
            <a:r>
              <a:rPr lang="de-DE" sz="4800" b="1" smtClean="0"/>
              <a:t>Anwendung DHT22</a:t>
            </a:r>
            <a:endParaRPr lang="de-DE" sz="4800" b="1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E2EBB-E035-44E5-E10B-431C8375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17</a:t>
            </a:fld>
            <a:endParaRPr lang="de-DE" dirty="0"/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51" y="1347932"/>
            <a:ext cx="4168485" cy="416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78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Wie wird ein DHT22 verschaltet?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18</a:t>
            </a:fld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1" y="1417335"/>
            <a:ext cx="4327267" cy="4327267"/>
          </a:xfrm>
          <a:prstGeom prst="rect">
            <a:avLst/>
          </a:prstGeom>
        </p:spPr>
      </p:pic>
      <p:sp>
        <p:nvSpPr>
          <p:cNvPr id="9" name="Rechteck 8"/>
          <p:cNvSpPr/>
          <p:nvPr/>
        </p:nvSpPr>
        <p:spPr>
          <a:xfrm>
            <a:off x="717551" y="1531676"/>
            <a:ext cx="556729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>
                <a:solidFill>
                  <a:srgbClr val="FF0000"/>
                </a:solidFill>
              </a:rPr>
              <a:t>____</a:t>
            </a:r>
            <a:r>
              <a:rPr lang="de-DE"/>
              <a:t>(ESP)					→	</a:t>
            </a:r>
            <a:r>
              <a:rPr lang="de-DE">
                <a:solidFill>
                  <a:srgbClr val="FF0000"/>
                </a:solidFill>
              </a:rPr>
              <a:t>VCC</a:t>
            </a:r>
            <a:r>
              <a:rPr lang="de-DE"/>
              <a:t>  (DHT22)</a:t>
            </a:r>
          </a:p>
          <a:p>
            <a:r>
              <a:rPr lang="de-DE">
                <a:solidFill>
                  <a:srgbClr val="FFC000"/>
                </a:solidFill>
              </a:rPr>
              <a:t>GPIO-Pin</a:t>
            </a:r>
            <a:r>
              <a:rPr lang="de-DE"/>
              <a:t> (ESP, z. B. _____)	→	</a:t>
            </a:r>
            <a:r>
              <a:rPr lang="de-DE">
                <a:solidFill>
                  <a:srgbClr val="FFC000"/>
                </a:solidFill>
              </a:rPr>
              <a:t>DATA</a:t>
            </a:r>
            <a:r>
              <a:rPr lang="de-DE"/>
              <a:t> (DHT22)</a:t>
            </a:r>
          </a:p>
          <a:p>
            <a:r>
              <a:rPr lang="de-DE"/>
              <a:t>GND (ESP)                  		→ 	___  (DHT22)</a:t>
            </a:r>
          </a:p>
          <a:p>
            <a:endParaRPr lang="de-DE"/>
          </a:p>
          <a:p>
            <a:r>
              <a:rPr lang="de-DE">
                <a:solidFill>
                  <a:srgbClr val="FF0000"/>
                </a:solidFill>
              </a:rPr>
              <a:t>(____</a:t>
            </a:r>
            <a:r>
              <a:rPr lang="de-DE">
                <a:solidFill>
                  <a:srgbClr val="FA2A3B"/>
                </a:solidFill>
              </a:rPr>
              <a:t> </a:t>
            </a:r>
            <a:r>
              <a:rPr lang="de-DE"/>
              <a:t>(ESP) ── </a:t>
            </a:r>
            <a:r>
              <a:rPr lang="de-DE">
                <a:solidFill>
                  <a:schemeClr val="accent6"/>
                </a:solidFill>
              </a:rPr>
              <a:t>[ Rfix ]</a:t>
            </a:r>
            <a:r>
              <a:rPr lang="de-DE"/>
              <a:t> ── </a:t>
            </a:r>
            <a:r>
              <a:rPr lang="de-DE">
                <a:solidFill>
                  <a:srgbClr val="FFC000"/>
                </a:solidFill>
              </a:rPr>
              <a:t>____</a:t>
            </a:r>
            <a:r>
              <a:rPr lang="de-DE"/>
              <a:t> (DHT22))</a:t>
            </a:r>
          </a:p>
          <a:p>
            <a:r>
              <a:rPr lang="de-DE">
                <a:solidFill>
                  <a:schemeClr val="accent6"/>
                </a:solidFill>
              </a:rPr>
              <a:t>                 </a:t>
            </a:r>
            <a:r>
              <a:rPr lang="de-DE"/>
              <a:t>4.7 kΩ – 10 kΩ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717550" y="4332632"/>
            <a:ext cx="4989443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de-DE" smtClean="0"/>
              <a:t>Hinweis: Einige DHT22-Sensoren verfügen bereits über einen eingebauten Widerstand. In dem Fall ist kein zusätzlicher Widerstand von Nöten.</a:t>
            </a:r>
            <a:endParaRPr lang="de-DE"/>
          </a:p>
        </p:txBody>
      </p:sp>
      <p:cxnSp>
        <p:nvCxnSpPr>
          <p:cNvPr id="13" name="Gerade Verbindung mit Pfeil 12"/>
          <p:cNvCxnSpPr>
            <a:endCxn id="10" idx="0"/>
          </p:cNvCxnSpPr>
          <p:nvPr/>
        </p:nvCxnSpPr>
        <p:spPr>
          <a:xfrm>
            <a:off x="2733261" y="3286002"/>
            <a:ext cx="479011" cy="1046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50616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Wie wird ein DHT22 verschaltet?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19</a:t>
            </a:fld>
            <a:endParaRPr lang="de-DE"/>
          </a:p>
        </p:txBody>
      </p:sp>
      <p:sp>
        <p:nvSpPr>
          <p:cNvPr id="3" name="Rechteck 2"/>
          <p:cNvSpPr/>
          <p:nvPr/>
        </p:nvSpPr>
        <p:spPr>
          <a:xfrm>
            <a:off x="717551" y="1531676"/>
            <a:ext cx="556729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>
                <a:solidFill>
                  <a:srgbClr val="FF0000"/>
                </a:solidFill>
              </a:rPr>
              <a:t>3.3 V </a:t>
            </a:r>
            <a:r>
              <a:rPr lang="de-DE"/>
              <a:t>(ESP</a:t>
            </a:r>
            <a:r>
              <a:rPr lang="de-DE" smtClean="0"/>
              <a:t>)					→	</a:t>
            </a:r>
            <a:r>
              <a:rPr lang="de-DE" smtClean="0">
                <a:solidFill>
                  <a:srgbClr val="FF0000"/>
                </a:solidFill>
              </a:rPr>
              <a:t>VCC</a:t>
            </a:r>
            <a:r>
              <a:rPr lang="de-DE" smtClean="0"/>
              <a:t>  </a:t>
            </a:r>
            <a:r>
              <a:rPr lang="de-DE"/>
              <a:t>(DHT22</a:t>
            </a:r>
            <a:r>
              <a:rPr lang="de-DE" smtClean="0"/>
              <a:t>)</a:t>
            </a:r>
          </a:p>
          <a:p>
            <a:r>
              <a:rPr lang="de-DE" smtClean="0">
                <a:solidFill>
                  <a:srgbClr val="FFC000"/>
                </a:solidFill>
              </a:rPr>
              <a:t>GPIO-Pin</a:t>
            </a:r>
            <a:r>
              <a:rPr lang="de-DE" smtClean="0"/>
              <a:t> </a:t>
            </a:r>
            <a:r>
              <a:rPr lang="de-DE"/>
              <a:t>(ESP, z. B. GPIO4</a:t>
            </a:r>
            <a:r>
              <a:rPr lang="de-DE" smtClean="0"/>
              <a:t>)	→	</a:t>
            </a:r>
            <a:r>
              <a:rPr lang="de-DE" smtClean="0">
                <a:solidFill>
                  <a:srgbClr val="FFC000"/>
                </a:solidFill>
              </a:rPr>
              <a:t>DATA</a:t>
            </a:r>
            <a:r>
              <a:rPr lang="de-DE" smtClean="0"/>
              <a:t> </a:t>
            </a:r>
            <a:r>
              <a:rPr lang="de-DE"/>
              <a:t>(DHT22</a:t>
            </a:r>
            <a:r>
              <a:rPr lang="de-DE" smtClean="0"/>
              <a:t>)</a:t>
            </a:r>
          </a:p>
          <a:p>
            <a:r>
              <a:rPr lang="de-DE" smtClean="0"/>
              <a:t>GND </a:t>
            </a:r>
            <a:r>
              <a:rPr lang="de-DE"/>
              <a:t>(ESP)                  </a:t>
            </a:r>
            <a:r>
              <a:rPr lang="de-DE" smtClean="0"/>
              <a:t>		→ 	GND  </a:t>
            </a:r>
            <a:r>
              <a:rPr lang="de-DE"/>
              <a:t>(DHT22</a:t>
            </a:r>
            <a:r>
              <a:rPr lang="de-DE" smtClean="0"/>
              <a:t>)</a:t>
            </a:r>
          </a:p>
          <a:p>
            <a:endParaRPr lang="de-DE"/>
          </a:p>
          <a:p>
            <a:r>
              <a:rPr lang="de-DE" smtClean="0"/>
              <a:t>(</a:t>
            </a:r>
            <a:r>
              <a:rPr lang="de-DE" smtClean="0">
                <a:solidFill>
                  <a:srgbClr val="FF0000"/>
                </a:solidFill>
              </a:rPr>
              <a:t>3.3 </a:t>
            </a:r>
            <a:r>
              <a:rPr lang="de-DE">
                <a:solidFill>
                  <a:srgbClr val="FF0000"/>
                </a:solidFill>
              </a:rPr>
              <a:t>V </a:t>
            </a:r>
            <a:r>
              <a:rPr lang="de-DE"/>
              <a:t>(ESP) ── </a:t>
            </a:r>
            <a:r>
              <a:rPr lang="de-DE">
                <a:solidFill>
                  <a:schemeClr val="accent6"/>
                </a:solidFill>
              </a:rPr>
              <a:t>[ Rfix ]</a:t>
            </a:r>
            <a:r>
              <a:rPr lang="de-DE"/>
              <a:t> ── </a:t>
            </a:r>
            <a:r>
              <a:rPr lang="de-DE" smtClean="0">
                <a:solidFill>
                  <a:srgbClr val="FFC000"/>
                </a:solidFill>
              </a:rPr>
              <a:t>DATA</a:t>
            </a:r>
            <a:r>
              <a:rPr lang="de-DE" smtClean="0"/>
              <a:t> </a:t>
            </a:r>
            <a:r>
              <a:rPr lang="de-DE"/>
              <a:t>(DHT22</a:t>
            </a:r>
            <a:r>
              <a:rPr lang="de-DE" smtClean="0"/>
              <a:t>))</a:t>
            </a:r>
            <a:endParaRPr lang="de-DE"/>
          </a:p>
          <a:p>
            <a:r>
              <a:rPr lang="de-DE">
                <a:solidFill>
                  <a:schemeClr val="accent6"/>
                </a:solidFill>
              </a:rPr>
              <a:t>                 </a:t>
            </a:r>
            <a:r>
              <a:rPr lang="de-DE"/>
              <a:t>4.7 kΩ – 10 </a:t>
            </a:r>
            <a:r>
              <a:rPr lang="de-DE" smtClean="0"/>
              <a:t>kΩ</a:t>
            </a:r>
            <a:endParaRPr lang="de-DE"/>
          </a:p>
        </p:txBody>
      </p:sp>
      <p:sp>
        <p:nvSpPr>
          <p:cNvPr id="9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6284842" y="3667738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842" y="1060894"/>
            <a:ext cx="4767471" cy="2606844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4842" y="4182245"/>
            <a:ext cx="4767471" cy="1376177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6284842" y="5552752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5" name="Textfeld 4"/>
          <p:cNvSpPr txBox="1"/>
          <p:nvPr/>
        </p:nvSpPr>
        <p:spPr>
          <a:xfrm>
            <a:off x="717550" y="4332632"/>
            <a:ext cx="4989443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de-DE" smtClean="0"/>
              <a:t>Hinweis: Einige DHT22-Sensoren verfügen bereits über einen eingebauten Widerstand. In dem Fall ist kein zusätzlicher Widerstand von Nöten.</a:t>
            </a:r>
            <a:endParaRPr lang="de-DE"/>
          </a:p>
        </p:txBody>
      </p:sp>
      <p:cxnSp>
        <p:nvCxnSpPr>
          <p:cNvPr id="13" name="Gerade Verbindung mit Pfeil 12"/>
          <p:cNvCxnSpPr>
            <a:endCxn id="5" idx="0"/>
          </p:cNvCxnSpPr>
          <p:nvPr/>
        </p:nvCxnSpPr>
        <p:spPr>
          <a:xfrm>
            <a:off x="2733261" y="3286002"/>
            <a:ext cx="479011" cy="1046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07328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Wie wird ein DHT22 programmiert?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20</a:t>
            </a:fld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5843752" y="5981100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806" y="1654032"/>
            <a:ext cx="3853873" cy="3853873"/>
          </a:xfrm>
          <a:prstGeom prst="rect">
            <a:avLst/>
          </a:prstGeom>
        </p:spPr>
      </p:pic>
      <p:sp>
        <p:nvSpPr>
          <p:cNvPr id="13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752" y="958162"/>
            <a:ext cx="4527719" cy="502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3420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Wie wird ein DHT22 programmiert?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r>
              <a:rPr lang="de-DE" b="1" smtClean="0"/>
              <a:t>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21</a:t>
            </a:fld>
            <a:endParaRPr lang="de-DE"/>
          </a:p>
        </p:txBody>
      </p:sp>
      <p:sp>
        <p:nvSpPr>
          <p:cNvPr id="8" name="Rechteck 7"/>
          <p:cNvSpPr/>
          <p:nvPr/>
        </p:nvSpPr>
        <p:spPr>
          <a:xfrm>
            <a:off x="1851660" y="1785828"/>
            <a:ext cx="213360" cy="1641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/>
          <p:cNvSpPr/>
          <p:nvPr/>
        </p:nvSpPr>
        <p:spPr>
          <a:xfrm>
            <a:off x="2049163" y="2695999"/>
            <a:ext cx="370187" cy="171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/>
          <p:cNvSpPr/>
          <p:nvPr/>
        </p:nvSpPr>
        <p:spPr>
          <a:xfrm>
            <a:off x="2039638" y="2895600"/>
            <a:ext cx="217788" cy="1619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5842800" y="5995740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pic>
        <p:nvPicPr>
          <p:cNvPr id="14" name="Grafik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806" y="1654032"/>
            <a:ext cx="3853873" cy="3853873"/>
          </a:xfrm>
          <a:prstGeom prst="rect">
            <a:avLst/>
          </a:prstGeom>
        </p:spPr>
      </p:pic>
      <p:sp>
        <p:nvSpPr>
          <p:cNvPr id="17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800" y="957600"/>
            <a:ext cx="4637855" cy="504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09573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873" y="0"/>
            <a:ext cx="6687126" cy="6858000"/>
          </a:xfrm>
        </p:spPr>
        <p:txBody>
          <a:bodyPr anchor="ctr">
            <a:normAutofit/>
          </a:bodyPr>
          <a:lstStyle/>
          <a:p>
            <a:r>
              <a:rPr lang="de-DE" sz="4800" b="1" smtClean="0"/>
              <a:t>Praxistest DHT22</a:t>
            </a:r>
            <a:endParaRPr lang="de-DE" sz="4800" b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E2EBB-E035-44E5-E10B-431C8375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22</a:t>
            </a:fld>
            <a:endParaRPr lang="de-DE" dirty="0"/>
          </a:p>
        </p:txBody>
      </p:sp>
      <p:sp>
        <p:nvSpPr>
          <p:cNvPr id="5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806" y="1443615"/>
            <a:ext cx="3970770" cy="397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783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23</a:t>
            </a:fld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717550" y="1276549"/>
            <a:ext cx="37650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smtClean="0"/>
              <a:t>Materialliste für Test eines DHT22:</a:t>
            </a:r>
          </a:p>
          <a:p>
            <a:endParaRPr lang="de-DE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3"/>
              </a:rPr>
              <a:t>DHT22</a:t>
            </a:r>
            <a:r>
              <a:rPr lang="de-DE" smtClean="0"/>
              <a:t> x 1 </a:t>
            </a:r>
          </a:p>
          <a:p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4"/>
              </a:rPr>
              <a:t>Bread-Board</a:t>
            </a:r>
            <a:r>
              <a:rPr lang="de-DE" smtClean="0"/>
              <a:t> x 1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5"/>
              </a:rPr>
              <a:t>Jumper-Kabel</a:t>
            </a:r>
            <a:r>
              <a:rPr lang="de-DE" smtClean="0"/>
              <a:t> (Male-Male)</a:t>
            </a:r>
          </a:p>
          <a:p>
            <a:r>
              <a:rPr lang="de-DE" smtClean="0"/>
              <a:t>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6"/>
              </a:rPr>
              <a:t>Mikrocontroller</a:t>
            </a:r>
            <a:r>
              <a:rPr lang="de-DE" smtClean="0"/>
              <a:t> (ESP32) x1</a:t>
            </a:r>
          </a:p>
          <a:p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7"/>
              </a:rPr>
              <a:t>Widerstand </a:t>
            </a:r>
            <a:r>
              <a:rPr lang="de-DE" smtClean="0"/>
              <a:t>4.7 Kohm x 1</a:t>
            </a:r>
          </a:p>
          <a:p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Computer mit </a:t>
            </a:r>
            <a:r>
              <a:rPr lang="de-DE" smtClean="0">
                <a:hlinkClick r:id="rId8"/>
              </a:rPr>
              <a:t>Arduino IDE</a:t>
            </a:r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USB-A zu USB-C Kabel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5027" y="4490387"/>
            <a:ext cx="2118370" cy="1256176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27282" y="630462"/>
            <a:ext cx="647790" cy="600159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89320" y="3660267"/>
            <a:ext cx="2077336" cy="1749589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68311" y="8236"/>
            <a:ext cx="2570890" cy="2122753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4874056" y="2853604"/>
            <a:ext cx="2965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3"/>
              </a:rPr>
              <a:t>https://</a:t>
            </a:r>
            <a:r>
              <a:rPr lang="de-DE" sz="800" smtClean="0">
                <a:hlinkClick r:id="rId13"/>
              </a:rPr>
              <a:t>www.az-delivery.de/cdn/shop/products/dht22-am2302-temperatursensor-und-luftfeuchtigkeitssensor-853336.jpg?v=1679398452&amp;width=1200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8668311" y="2136020"/>
            <a:ext cx="3442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4"/>
              </a:rPr>
              <a:t>https://asset.conrad.com/media10/isa/160267/c1/-/</a:t>
            </a:r>
            <a:r>
              <a:rPr lang="de-DE" sz="800" smtClean="0">
                <a:hlinkClick r:id="rId14"/>
              </a:rPr>
              <a:t>de/002885952PI00/image.jpg?x=1440&amp;y=1440&amp;format=jpg&amp;ex=1440&amp;ey=1440&amp;align=center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5159727" y="5352207"/>
            <a:ext cx="3762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5"/>
              </a:rPr>
              <a:t>https://</a:t>
            </a:r>
            <a:r>
              <a:rPr lang="de-DE" sz="800" smtClean="0">
                <a:hlinkClick r:id="rId15"/>
              </a:rPr>
              <a:t>www.az-delivery.de/cdn/shop/products/jumper-wire-kabel-40-stk-je-20-cm-m2m-male-to-male-kompatibel-mit-arduino-und-raspberry-pi-breadboard-140806.jpg?v=1679398754&amp;width=1200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8152722" y="4087261"/>
            <a:ext cx="2597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6"/>
              </a:rPr>
              <a:t>https://cdn-reichelt.de/resize/600%2F-/web/xxl_ws/B400%2F%21WID1_4W.png?type=ProductXxl&amp;resize=600%252F-</a:t>
            </a:r>
            <a:r>
              <a:rPr lang="de-DE" sz="800" smtClean="0">
                <a:hlinkClick r:id="rId16"/>
              </a:rPr>
              <a:t>&amp;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9095027" y="5714145"/>
            <a:ext cx="2868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7"/>
              </a:rPr>
              <a:t>https://</a:t>
            </a:r>
            <a:r>
              <a:rPr lang="de-DE" sz="800" smtClean="0">
                <a:hlinkClick r:id="rId17"/>
              </a:rPr>
              <a:t>www.roboter-bausatz.de/media/image/d8/f3/0e/RBS18335_600x600.jpg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5827282" y="1237065"/>
            <a:ext cx="2965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8"/>
              </a:rPr>
              <a:t>https://</a:t>
            </a:r>
            <a:r>
              <a:rPr lang="de-DE" sz="800" smtClean="0">
                <a:hlinkClick r:id="rId18"/>
              </a:rPr>
              <a:t>www.arduino.cc/wiki/static/arduino-app-76bd27c4ce7246825aceb8efe2871f7a.svg</a:t>
            </a:r>
            <a:r>
              <a:rPr lang="de-DE" sz="800" smtClean="0"/>
              <a:t> </a:t>
            </a:r>
            <a:endParaRPr lang="de-DE" sz="800"/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52722" y="2897389"/>
            <a:ext cx="1550734" cy="1188101"/>
          </a:xfrm>
          <a:prstGeom prst="rect">
            <a:avLst/>
          </a:prstGeom>
        </p:spPr>
      </p:pic>
      <p:pic>
        <p:nvPicPr>
          <p:cNvPr id="1026" name="Picture 2" descr="DHT22 AM2302 Temperatursensor und Luftfeuchtigkeitssensor - AZ-Delivery"/>
          <p:cNvPicPr>
            <a:picLocks noChangeAspect="1" noChangeArrowheads="1"/>
          </p:cNvPicPr>
          <p:nvPr/>
        </p:nvPicPr>
        <p:blipFill>
          <a:blip r:embed="rId2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308" y="1916519"/>
            <a:ext cx="948240" cy="948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327505326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543" y="1027016"/>
            <a:ext cx="4876800" cy="4876800"/>
          </a:xfrm>
          <a:prstGeom prst="rect">
            <a:avLst/>
          </a:prstGeom>
        </p:spPr>
      </p:pic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24</a:t>
            </a:fld>
            <a:endParaRPr lang="de-DE"/>
          </a:p>
        </p:txBody>
      </p:sp>
      <p:sp>
        <p:nvSpPr>
          <p:cNvPr id="15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6" name="Rechteck 5"/>
          <p:cNvSpPr/>
          <p:nvPr/>
        </p:nvSpPr>
        <p:spPr>
          <a:xfrm>
            <a:off x="6587717" y="991737"/>
            <a:ext cx="5062451" cy="513726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717551" y="395184"/>
            <a:ext cx="1063293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smtClean="0"/>
              <a:t>Vorgehen zum Test eines DHT22:</a:t>
            </a:r>
          </a:p>
          <a:p>
            <a:endParaRPr lang="de-DE" smtClean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</a:t>
            </a:r>
            <a:r>
              <a:rPr lang="de-DE"/>
              <a:t>: </a:t>
            </a:r>
            <a:r>
              <a:rPr lang="de-DE" smtClean="0"/>
              <a:t>Verschaltung des DHT22 vornehmen</a:t>
            </a:r>
          </a:p>
          <a:p>
            <a:endParaRPr lang="de-DE" dirty="0"/>
          </a:p>
          <a:p>
            <a:pPr marL="342900" indent="-342900">
              <a:buFont typeface="+mj-lt"/>
              <a:buAutoNum type="arabicPeriod" startAt="2"/>
            </a:pPr>
            <a:r>
              <a:rPr lang="de-DE" smtClean="0"/>
              <a:t>Schritt</a:t>
            </a:r>
            <a:r>
              <a:rPr lang="de-DE"/>
              <a:t>: </a:t>
            </a:r>
            <a:r>
              <a:rPr lang="de-DE" smtClean="0"/>
              <a:t>Programmcode des DHT22 auf ESP flashen (ARDUINO)</a:t>
            </a:r>
          </a:p>
          <a:p>
            <a:endParaRPr lang="de-DE" dirty="0"/>
          </a:p>
          <a:p>
            <a:pPr marL="342900" indent="-342900">
              <a:buFont typeface="+mj-lt"/>
              <a:buAutoNum type="arabicPeriod" startAt="3"/>
            </a:pPr>
            <a:r>
              <a:rPr lang="de-DE" smtClean="0"/>
              <a:t>Schritt </a:t>
            </a:r>
            <a:r>
              <a:rPr lang="de-DE"/>
              <a:t>: </a:t>
            </a:r>
            <a:r>
              <a:rPr lang="de-DE" smtClean="0"/>
              <a:t>DHT22 mit Hand für etwa 10 Sekunden umschließen</a:t>
            </a:r>
          </a:p>
          <a:p>
            <a:endParaRPr lang="de-DE" dirty="0"/>
          </a:p>
          <a:p>
            <a:pPr marL="342900" indent="-342900">
              <a:buFont typeface="+mj-lt"/>
              <a:buAutoNum type="arabicPeriod" startAt="4"/>
            </a:pPr>
            <a:r>
              <a:rPr lang="de-DE" smtClean="0"/>
              <a:t>Schritt</a:t>
            </a:r>
            <a:r>
              <a:rPr lang="de-DE"/>
              <a:t>: </a:t>
            </a:r>
            <a:r>
              <a:rPr lang="de-DE" smtClean="0"/>
              <a:t>DHT22 loslassen für etwa 10 Sekunden</a:t>
            </a:r>
          </a:p>
          <a:p>
            <a:endParaRPr lang="de-DE" dirty="0"/>
          </a:p>
          <a:p>
            <a:pPr marL="342900" indent="-342900">
              <a:buFont typeface="+mj-lt"/>
              <a:buAutoNum type="arabicPeriod" startAt="5"/>
            </a:pPr>
            <a:r>
              <a:rPr lang="de-DE" smtClean="0"/>
              <a:t>Schritt</a:t>
            </a:r>
            <a:r>
              <a:rPr lang="de-DE"/>
              <a:t>: </a:t>
            </a:r>
            <a:r>
              <a:rPr lang="de-DE" smtClean="0"/>
              <a:t>Schritt 3 und 4 insgesamt 3 mal wiederholen</a:t>
            </a:r>
          </a:p>
          <a:p>
            <a:endParaRPr lang="de-DE" smtClean="0"/>
          </a:p>
          <a:p>
            <a:r>
              <a:rPr lang="de-DE" u="sng" smtClean="0"/>
              <a:t>Auswertung des Tests eines </a:t>
            </a:r>
            <a:r>
              <a:rPr lang="de-DE" u="sng" smtClean="0"/>
              <a:t>DHT22</a:t>
            </a:r>
            <a:r>
              <a:rPr lang="de-DE" u="sng" smtClean="0"/>
              <a:t>:</a:t>
            </a:r>
            <a:endParaRPr lang="de-DE" u="sng" smtClean="0"/>
          </a:p>
          <a:p>
            <a:endParaRPr lang="de-DE"/>
          </a:p>
          <a:p>
            <a:r>
              <a:rPr lang="de-DE" smtClean="0"/>
              <a:t>Steigt und sinkt die Temperatur wie vorgesehen?</a:t>
            </a:r>
          </a:p>
          <a:p>
            <a:endParaRPr lang="de-DE" smtClean="0"/>
          </a:p>
          <a:p>
            <a:r>
              <a:rPr lang="de-DE"/>
              <a:t>Steigt und sinkt die </a:t>
            </a:r>
            <a:r>
              <a:rPr lang="de-DE" smtClean="0"/>
              <a:t>relative Luftfeuchte </a:t>
            </a:r>
            <a:r>
              <a:rPr lang="de-DE"/>
              <a:t>wie vorgesehen</a:t>
            </a:r>
            <a:r>
              <a:rPr lang="de-DE" smtClean="0"/>
              <a:t>?</a:t>
            </a:r>
          </a:p>
          <a:p>
            <a:endParaRPr lang="de-DE" smtClean="0"/>
          </a:p>
          <a:p>
            <a:r>
              <a:rPr lang="de-DE" smtClean="0"/>
              <a:t>Sind die Temperatur- und Luftfeuchteänderungen bei Wiederholung des Schrittes 3 und 4 stabil?</a:t>
            </a:r>
          </a:p>
          <a:p>
            <a:endParaRPr lang="de-DE" smtClean="0"/>
          </a:p>
          <a:p>
            <a:r>
              <a:rPr lang="de-DE" smtClean="0"/>
              <a:t>Was ist die Differenz zwischen der maximal und der minimal gemessenen Temperatur und Luftfeuchte?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678065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EFFC43F-6DA3-1A1D-6175-58D40ACE9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870" y="3379869"/>
            <a:ext cx="11186808" cy="1783223"/>
          </a:xfrm>
        </p:spPr>
        <p:txBody>
          <a:bodyPr/>
          <a:lstStyle/>
          <a:p>
            <a:pPr algn="ctr"/>
            <a:r>
              <a:rPr lang="en-US" sz="3600" b="1" dirty="0" err="1"/>
              <a:t>Vielen</a:t>
            </a:r>
            <a:r>
              <a:rPr lang="en-US" sz="3600" b="1" dirty="0"/>
              <a:t> Dank für die </a:t>
            </a:r>
            <a:r>
              <a:rPr lang="en-US" sz="3600" b="1" dirty="0" err="1"/>
              <a:t>Aufmerksamkeit</a:t>
            </a:r>
            <a:r>
              <a:rPr lang="en-US" sz="3600" b="1" dirty="0"/>
              <a:t>!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C0E8C82-2AF8-4F05-F328-ECE8C526D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1986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TWK_Praesentation_16-9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8501C412-F393-B646-9B96-1DF6D2826D91}"/>
    </a:ext>
  </a:extLst>
</a:theme>
</file>

<file path=ppt/theme/theme2.xml><?xml version="1.0" encoding="utf-8"?>
<a:theme xmlns:a="http://schemas.openxmlformats.org/drawingml/2006/main" name="HTWK Magenta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FED7CB0-8CF4-D44F-9260-9E79D17BFAAA}"/>
    </a:ext>
  </a:extLst>
</a:theme>
</file>

<file path=ppt/theme/theme3.xml><?xml version="1.0" encoding="utf-8"?>
<a:theme xmlns:a="http://schemas.openxmlformats.org/drawingml/2006/main" name="HTWK Grü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391D94D-EE63-D349-B7DE-98ADF560723F}"/>
    </a:ext>
  </a:extLst>
</a:theme>
</file>

<file path=ppt/theme/theme4.xml><?xml version="1.0" encoding="utf-8"?>
<a:theme xmlns:a="http://schemas.openxmlformats.org/drawingml/2006/main" name="HTWK Cya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A51D0A69-4D8E-524F-9B0E-CEBB36F378F6}"/>
    </a:ext>
  </a:extLst>
</a:theme>
</file>

<file path=ppt/theme/theme5.xml><?xml version="1.0" encoding="utf-8"?>
<a:theme xmlns:a="http://schemas.openxmlformats.org/drawingml/2006/main" name="HTWK Blau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9DD5615B-4FDE-C14E-84FA-48ACAD4DD175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DA79B272C4D3C4887957B2C2A69604C" ma:contentTypeVersion="2" ma:contentTypeDescription="Ein neues Dokument erstellen." ma:contentTypeScope="" ma:versionID="a8f11939e8f693b5e60eead0cd42f230">
  <xsd:schema xmlns:xsd="http://www.w3.org/2001/XMLSchema" xmlns:xs="http://www.w3.org/2001/XMLSchema" xmlns:p="http://schemas.microsoft.com/office/2006/metadata/properties" xmlns:ns2="99f41258-1f02-46b6-b230-447d6494c4cb" targetNamespace="http://schemas.microsoft.com/office/2006/metadata/properties" ma:root="true" ma:fieldsID="be05fa88f11a9855f776efdf4611a3d7" ns2:_="">
    <xsd:import namespace="99f41258-1f02-46b6-b230-447d6494c4c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f41258-1f02-46b6-b230-447d6494c4c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333B2F-1563-4DC4-B635-64824C2FC3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f41258-1f02-46b6-b230-447d6494c4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9AF071-B304-4F0F-8459-AC4D742E5C60}">
  <ds:schemaRefs>
    <ds:schemaRef ds:uri="http://schemas.microsoft.com/office/infopath/2007/PartnerControls"/>
    <ds:schemaRef ds:uri="http://purl.org/dc/elements/1.1/"/>
    <ds:schemaRef ds:uri="http://purl.org/dc/dcmitype/"/>
    <ds:schemaRef ds:uri="http://schemas.microsoft.com/office/2006/metadata/properties"/>
    <ds:schemaRef ds:uri="http://purl.org/dc/terms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99f41258-1f02-46b6-b230-447d6494c4cb"/>
  </ds:schemaRefs>
</ds:datastoreItem>
</file>

<file path=customXml/itemProps3.xml><?xml version="1.0" encoding="utf-8"?>
<ds:datastoreItem xmlns:ds="http://schemas.openxmlformats.org/officeDocument/2006/customXml" ds:itemID="{AE15DEB7-8D29-4EC4-857C-8778EFE7092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HTWK_Praesentation_16-9.potx</Template>
  <TotalTime>0</TotalTime>
  <Words>1837</Words>
  <Application>Microsoft Office PowerPoint</Application>
  <PresentationFormat>Breitbild</PresentationFormat>
  <Paragraphs>305</Paragraphs>
  <Slides>25</Slides>
  <Notes>25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5</vt:i4>
      </vt:variant>
      <vt:variant>
        <vt:lpstr>Folientitel</vt:lpstr>
      </vt:variant>
      <vt:variant>
        <vt:i4>25</vt:i4>
      </vt:variant>
    </vt:vector>
  </HeadingPairs>
  <TitlesOfParts>
    <vt:vector size="36" baseType="lpstr">
      <vt:lpstr>Arial</vt:lpstr>
      <vt:lpstr>Calibri</vt:lpstr>
      <vt:lpstr>Cambria Math</vt:lpstr>
      <vt:lpstr>Symbol</vt:lpstr>
      <vt:lpstr>Wingdings</vt:lpstr>
      <vt:lpstr>Work Sans</vt:lpstr>
      <vt:lpstr>HTWK_Praesentation_16-9</vt:lpstr>
      <vt:lpstr>HTWK Magenta</vt:lpstr>
      <vt:lpstr>HTWK Grün</vt:lpstr>
      <vt:lpstr>HTWK Cyan</vt:lpstr>
      <vt:lpstr>HTWK Blau</vt:lpstr>
      <vt:lpstr>DHT22 Luftfeuchtigkeits- und          Temperatursensor</vt:lpstr>
      <vt:lpstr>Funktionsweise</vt:lpstr>
      <vt:lpstr>Wie funktioniert ein DHT22? (1) </vt:lpstr>
      <vt:lpstr>Wie funktioniert ein DHT22? (1)  Lösung:</vt:lpstr>
      <vt:lpstr>Wie funktioniert ein DHT22? (2) </vt:lpstr>
      <vt:lpstr>Wie funktioniert ein DHT22? (2) </vt:lpstr>
      <vt:lpstr>Wie funktioniert ein DHT22? (3)</vt:lpstr>
      <vt:lpstr>Wie funktioniert ein DHT22? (3)  Lösung:</vt:lpstr>
      <vt:lpstr>Wie funktioniert ein DHT22? (4)</vt:lpstr>
      <vt:lpstr>Wie funktioniert ein DHT22? (4)  Lösung:</vt:lpstr>
      <vt:lpstr>Wie funktioniert ein DHT22? (4)</vt:lpstr>
      <vt:lpstr>Wie funktioniert ein DHT22? (4)  Lösung:</vt:lpstr>
      <vt:lpstr>Wie funktioniert ein DHT22? (5)</vt:lpstr>
      <vt:lpstr>Wie funktioniert ein DHT22? (5)  Lösung:</vt:lpstr>
      <vt:lpstr>Wie funktioniert ein DHT22? (6)</vt:lpstr>
      <vt:lpstr>Wie funktioniert ein DHT22? (6)  Lösung:</vt:lpstr>
      <vt:lpstr>Anwendung DHT22</vt:lpstr>
      <vt:lpstr>Wie wird ein DHT22 verschaltet? </vt:lpstr>
      <vt:lpstr>Wie wird ein DHT22 verschaltet?  Lösung:</vt:lpstr>
      <vt:lpstr>Wie wird ein DHT22 programmiert? </vt:lpstr>
      <vt:lpstr>Wie wird ein DHT22 programmiert?  Lösung: </vt:lpstr>
      <vt:lpstr>Praxistest DHT22</vt:lpstr>
      <vt:lpstr>PowerPoint-Präsentation</vt:lpstr>
      <vt:lpstr>PowerPoint-Präsentation</vt:lpstr>
      <vt:lpstr>Vielen Dank für die Aufmerksamkeit!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Präsentation</dc:title>
  <dc:creator>Paulin Alter</dc:creator>
  <cp:lastModifiedBy>Richter, Elena</cp:lastModifiedBy>
  <cp:revision>323</cp:revision>
  <dcterms:created xsi:type="dcterms:W3CDTF">2019-01-10T16:04:56Z</dcterms:created>
  <dcterms:modified xsi:type="dcterms:W3CDTF">2026-04-13T08:27:16Z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0x0101005DA79B272C4D3C4887957B2C2A69604C</vt:lpwstr>
  </property>
</Properties>
</file>