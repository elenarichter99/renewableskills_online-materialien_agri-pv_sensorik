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25"/>
  </p:notesMasterIdLst>
  <p:sldIdLst>
    <p:sldId id="416" r:id="rId9"/>
    <p:sldId id="433" r:id="rId10"/>
    <p:sldId id="392" r:id="rId11"/>
    <p:sldId id="419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1" r:id="rId22"/>
    <p:sldId id="432" r:id="rId23"/>
    <p:sldId id="41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613"/>
    <a:srgbClr val="E6AF00"/>
    <a:srgbClr val="FF7373"/>
    <a:srgbClr val="AAC9B2"/>
    <a:srgbClr val="00964E"/>
    <a:srgbClr val="F5B5B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0465" autoAdjust="0"/>
  </p:normalViewPr>
  <p:slideViewPr>
    <p:cSldViewPr snapToGrid="0" showGuides="1">
      <p:cViewPr varScale="1">
        <p:scale>
          <a:sx n="104" d="100"/>
          <a:sy n="104" d="100"/>
        </p:scale>
        <p:origin x="864" y="108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8991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7929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383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795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056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420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410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Skript: LDR_1_2_Luecken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4548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LDR_1_2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3625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LDR_1_2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427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LDR_1_2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4064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LDR_3_Luecken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3518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LDR_3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8945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718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765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33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86368287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9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9600" b="1"/>
              <a:t>LDR in Wokwi</a:t>
            </a:r>
            <a:br>
              <a:rPr lang="en-US" sz="9600" b="1"/>
            </a:br>
            <a:r>
              <a:rPr lang="de-DE" sz="4800"/>
              <a:t>Simulation einer Lichtmessung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4822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75" y="775392"/>
            <a:ext cx="5307216" cy="53072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840" y="0"/>
            <a:ext cx="5598159" cy="6858000"/>
          </a:xfrm>
        </p:spPr>
        <p:txBody>
          <a:bodyPr anchor="ctr">
            <a:normAutofit/>
          </a:bodyPr>
          <a:lstStyle/>
          <a:p>
            <a:pPr algn="l"/>
            <a:r>
              <a:rPr lang="de-DE" sz="4800" b="1" smtClean="0"/>
              <a:t>Funktionsweise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63921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717548" y="1700077"/>
            <a:ext cx="10321754" cy="7588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48" y="1944852"/>
            <a:ext cx="6531149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smtClean="0"/>
              <a:t>LDR (Light Dependent Resistor) = ____________ Widerstand:</a:t>
            </a:r>
            <a:br>
              <a:rPr lang="de-DE" b="0" smtClean="0"/>
            </a:br>
            <a:endParaRPr lang="de-DE" b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ein </a:t>
            </a:r>
            <a:r>
              <a:rPr lang="de-DE" b="1" smtClean="0"/>
              <a:t>LDR? </a:t>
            </a:r>
            <a:endParaRPr lang="de-DE" b="1" dirty="0"/>
          </a:p>
        </p:txBody>
      </p:sp>
      <p:sp>
        <p:nvSpPr>
          <p:cNvPr id="13" name="Inhaltsplatzhalter 2"/>
          <p:cNvSpPr>
            <a:spLocks noGrp="1"/>
          </p:cNvSpPr>
          <p:nvPr>
            <p:ph idx="1"/>
          </p:nvPr>
        </p:nvSpPr>
        <p:spPr>
          <a:xfrm>
            <a:off x="4594243" y="3153104"/>
            <a:ext cx="4850784" cy="2424063"/>
          </a:xfrm>
          <a:noFill/>
          <a:ln>
            <a:noFill/>
          </a:ln>
        </p:spPr>
        <p:txBody>
          <a:bodyPr lIns="180000">
            <a:noAutofit/>
          </a:bodyPr>
          <a:lstStyle/>
          <a:p>
            <a:pPr marL="0" indent="0" algn="ctr">
              <a:buNone/>
            </a:pPr>
            <a:r>
              <a:rPr lang="de-DE" b="0" smtClean="0"/>
              <a:t>Licht besteht aus Photonen. </a:t>
            </a:r>
          </a:p>
          <a:p>
            <a:pPr marL="0" indent="0" algn="ctr">
              <a:buNone/>
            </a:pPr>
            <a:endParaRPr lang="de-DE" b="0" smtClean="0"/>
          </a:p>
          <a:p>
            <a:pPr marL="0" indent="0" algn="ctr">
              <a:buNone/>
            </a:pPr>
            <a:r>
              <a:rPr lang="de-DE" b="0" smtClean="0"/>
              <a:t>Photonen treffen auf LDR und geben _______ an Eletronen ab.</a:t>
            </a:r>
          </a:p>
          <a:p>
            <a:pPr marL="0" indent="0" algn="ctr">
              <a:buNone/>
            </a:pPr>
            <a:endParaRPr lang="de-DE" b="0" smtClean="0"/>
          </a:p>
          <a:p>
            <a:pPr marL="0" indent="0" algn="ctr">
              <a:buNone/>
            </a:pPr>
            <a:r>
              <a:rPr lang="de-DE" b="0" smtClean="0"/>
              <a:t>Dies führt zu einer _______ Leifähigkeit, </a:t>
            </a:r>
          </a:p>
          <a:p>
            <a:pPr marL="0" indent="0" algn="ctr">
              <a:buNone/>
            </a:pPr>
            <a:r>
              <a:rPr lang="de-DE" b="0"/>
              <a:t>w</a:t>
            </a:r>
            <a:r>
              <a:rPr lang="de-DE" b="0" smtClean="0"/>
              <a:t>as wiederum in einem _________ Widerstand resultiert. </a:t>
            </a:r>
            <a:r>
              <a:rPr lang="de-DE" sz="1800" b="0"/>
              <a:t/>
            </a:r>
            <a:br>
              <a:rPr lang="de-DE" sz="1800" b="0"/>
            </a:br>
            <a:endParaRPr lang="de-DE" sz="1800" b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1" name="Inhaltsplatzhalter 2"/>
          <p:cNvSpPr txBox="1">
            <a:spLocks/>
          </p:cNvSpPr>
          <p:nvPr/>
        </p:nvSpPr>
        <p:spPr>
          <a:xfrm>
            <a:off x="7392072" y="1803353"/>
            <a:ext cx="4090689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/>
              <a:t>v</a:t>
            </a:r>
            <a:r>
              <a:rPr lang="de-DE" b="0" smtClean="0"/>
              <a:t>iel Licht     </a:t>
            </a:r>
            <a:r>
              <a:rPr lang="de-DE" b="0" smtClean="0">
                <a:sym typeface="Wingdings" panose="05000000000000000000" pitchFamily="2" charset="2"/>
              </a:rPr>
              <a:t> _____ Widerstand</a:t>
            </a:r>
          </a:p>
          <a:p>
            <a:r>
              <a:rPr lang="de-DE" b="0">
                <a:sym typeface="Wingdings" panose="05000000000000000000" pitchFamily="2" charset="2"/>
              </a:rPr>
              <a:t>w</a:t>
            </a:r>
            <a:r>
              <a:rPr lang="de-DE" b="0" smtClean="0">
                <a:sym typeface="Wingdings" panose="05000000000000000000" pitchFamily="2" charset="2"/>
              </a:rPr>
              <a:t>enig Licht  _____ Widerstand</a:t>
            </a:r>
            <a:r>
              <a:rPr lang="de-DE" b="0" smtClean="0"/>
              <a:t/>
            </a:r>
            <a:br>
              <a:rPr lang="de-DE" b="0" smtClean="0"/>
            </a:br>
            <a:endParaRPr lang="de-DE" b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609" y="2714397"/>
            <a:ext cx="3301479" cy="3301479"/>
          </a:xfrm>
          <a:prstGeom prst="rect">
            <a:avLst/>
          </a:prstGeom>
        </p:spPr>
      </p:pic>
      <p:sp>
        <p:nvSpPr>
          <p:cNvPr id="17" name="Inhaltsplatzhalter 2"/>
          <p:cNvSpPr txBox="1">
            <a:spLocks/>
          </p:cNvSpPr>
          <p:nvPr/>
        </p:nvSpPr>
        <p:spPr>
          <a:xfrm>
            <a:off x="457977" y="1087501"/>
            <a:ext cx="10456634" cy="357059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smtClean="0"/>
              <a:t>Gemessen wird die Spannung, die vom _________ abhängt.</a:t>
            </a:r>
          </a:p>
          <a:p>
            <a:pPr algn="ctr"/>
            <a:r>
              <a:rPr lang="de-DE" b="0" smtClean="0"/>
              <a:t/>
            </a:r>
            <a:br>
              <a:rPr lang="de-DE" b="0" smtClean="0"/>
            </a:br>
            <a:endParaRPr lang="de-DE" b="0"/>
          </a:p>
        </p:txBody>
      </p:sp>
    </p:spTree>
    <p:extLst>
      <p:ext uri="{BB962C8B-B14F-4D97-AF65-F5344CB8AC3E}">
        <p14:creationId xmlns:p14="http://schemas.microsoft.com/office/powerpoint/2010/main" val="6034836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717548" y="1700077"/>
            <a:ext cx="10321754" cy="7588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48" y="1944852"/>
            <a:ext cx="6531149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smtClean="0"/>
              <a:t>LDR (Light Dependent Resistor) = lichtabhängiger Widerstand:</a:t>
            </a:r>
            <a:br>
              <a:rPr lang="de-DE" b="0" smtClean="0"/>
            </a:br>
            <a:endParaRPr lang="de-DE" b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ein </a:t>
            </a:r>
            <a:r>
              <a:rPr lang="de-DE" b="1" smtClean="0"/>
              <a:t>LDR?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13" name="Inhaltsplatzhalter 2"/>
          <p:cNvSpPr>
            <a:spLocks noGrp="1"/>
          </p:cNvSpPr>
          <p:nvPr>
            <p:ph idx="1"/>
          </p:nvPr>
        </p:nvSpPr>
        <p:spPr>
          <a:xfrm>
            <a:off x="4594243" y="3153104"/>
            <a:ext cx="4850784" cy="2424063"/>
          </a:xfrm>
          <a:noFill/>
          <a:ln>
            <a:noFill/>
          </a:ln>
        </p:spPr>
        <p:txBody>
          <a:bodyPr lIns="180000">
            <a:noAutofit/>
          </a:bodyPr>
          <a:lstStyle/>
          <a:p>
            <a:pPr marL="0" indent="0" algn="ctr">
              <a:buNone/>
            </a:pPr>
            <a:r>
              <a:rPr lang="de-DE" b="0" smtClean="0"/>
              <a:t>Licht besteht aus Photonen. </a:t>
            </a:r>
          </a:p>
          <a:p>
            <a:pPr marL="0" indent="0" algn="ctr">
              <a:buNone/>
            </a:pPr>
            <a:endParaRPr lang="de-DE" b="0" smtClean="0"/>
          </a:p>
          <a:p>
            <a:pPr marL="0" indent="0" algn="ctr">
              <a:buNone/>
            </a:pPr>
            <a:r>
              <a:rPr lang="de-DE" b="0" smtClean="0"/>
              <a:t>Photonen treffen auf LDR und geben Energie an Eletronen ab.</a:t>
            </a:r>
          </a:p>
          <a:p>
            <a:pPr marL="0" indent="0" algn="ctr">
              <a:buNone/>
            </a:pPr>
            <a:endParaRPr lang="de-DE" b="0" smtClean="0"/>
          </a:p>
          <a:p>
            <a:pPr marL="0" indent="0" algn="ctr">
              <a:buNone/>
            </a:pPr>
            <a:r>
              <a:rPr lang="de-DE" b="0" smtClean="0"/>
              <a:t>Dies führt zu einer höheren Leifähigkeit, </a:t>
            </a:r>
          </a:p>
          <a:p>
            <a:pPr marL="0" indent="0" algn="ctr">
              <a:buNone/>
            </a:pPr>
            <a:r>
              <a:rPr lang="de-DE" b="0"/>
              <a:t>w</a:t>
            </a:r>
            <a:r>
              <a:rPr lang="de-DE" b="0" smtClean="0"/>
              <a:t>as wiederum in einem geringeren Widerstand resultiert. </a:t>
            </a:r>
            <a:r>
              <a:rPr lang="de-DE" sz="1800" b="0"/>
              <a:t/>
            </a:r>
            <a:br>
              <a:rPr lang="de-DE" sz="1800" b="0"/>
            </a:br>
            <a:endParaRPr lang="de-DE" sz="1800" b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1" name="Inhaltsplatzhalter 2"/>
          <p:cNvSpPr txBox="1">
            <a:spLocks/>
          </p:cNvSpPr>
          <p:nvPr/>
        </p:nvSpPr>
        <p:spPr>
          <a:xfrm>
            <a:off x="7392072" y="1803353"/>
            <a:ext cx="4090689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/>
              <a:t>v</a:t>
            </a:r>
            <a:r>
              <a:rPr lang="de-DE" b="0" smtClean="0"/>
              <a:t>iel Licht     </a:t>
            </a:r>
            <a:r>
              <a:rPr lang="de-DE" b="0" smtClean="0">
                <a:sym typeface="Wingdings" panose="05000000000000000000" pitchFamily="2" charset="2"/>
              </a:rPr>
              <a:t> wenig Widerstand</a:t>
            </a:r>
          </a:p>
          <a:p>
            <a:r>
              <a:rPr lang="de-DE" b="0">
                <a:sym typeface="Wingdings" panose="05000000000000000000" pitchFamily="2" charset="2"/>
              </a:rPr>
              <a:t>w</a:t>
            </a:r>
            <a:r>
              <a:rPr lang="de-DE" b="0" smtClean="0">
                <a:sym typeface="Wingdings" panose="05000000000000000000" pitchFamily="2" charset="2"/>
              </a:rPr>
              <a:t>enig Licht  viel Widerstand</a:t>
            </a:r>
            <a:r>
              <a:rPr lang="de-DE" b="0" smtClean="0"/>
              <a:t/>
            </a:r>
            <a:br>
              <a:rPr lang="de-DE" b="0" smtClean="0"/>
            </a:br>
            <a:endParaRPr lang="de-DE" b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609" y="2714397"/>
            <a:ext cx="3301479" cy="3301479"/>
          </a:xfrm>
          <a:prstGeom prst="rect">
            <a:avLst/>
          </a:prstGeom>
        </p:spPr>
      </p:pic>
      <p:sp>
        <p:nvSpPr>
          <p:cNvPr id="17" name="Inhaltsplatzhalter 2"/>
          <p:cNvSpPr txBox="1">
            <a:spLocks/>
          </p:cNvSpPr>
          <p:nvPr/>
        </p:nvSpPr>
        <p:spPr>
          <a:xfrm>
            <a:off x="457977" y="1087501"/>
            <a:ext cx="10456634" cy="357059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smtClean="0"/>
              <a:t>Gemessen wird die Spannung, die vom Widerstand abhängt.</a:t>
            </a:r>
          </a:p>
          <a:p>
            <a:pPr algn="ctr"/>
            <a:r>
              <a:rPr lang="de-DE" b="0" smtClean="0"/>
              <a:t/>
            </a:r>
            <a:br>
              <a:rPr lang="de-DE" b="0" smtClean="0"/>
            </a:br>
            <a:endParaRPr lang="de-DE" b="0"/>
          </a:p>
        </p:txBody>
      </p:sp>
    </p:spTree>
    <p:extLst>
      <p:ext uri="{BB962C8B-B14F-4D97-AF65-F5344CB8AC3E}">
        <p14:creationId xmlns:p14="http://schemas.microsoft.com/office/powerpoint/2010/main" val="16039553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717548" y="1108800"/>
            <a:ext cx="10321754" cy="7588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48" y="1218717"/>
            <a:ext cx="10321754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smtClean="0"/>
              <a:t>Wokwi ist ein frei zugänglicher Online-Simulator für Elektronik und Mikrocontroller, mit dem Schaltungen und Code virtuell gebaut, programmiert und getestet werden kann</a:t>
            </a:r>
            <a:br>
              <a:rPr lang="de-DE" b="0" smtClean="0"/>
            </a:br>
            <a:endParaRPr lang="de-DE" b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</a:t>
            </a:r>
            <a:r>
              <a:rPr lang="de-DE" b="1" smtClean="0"/>
              <a:t>Wokwi? (1)</a:t>
            </a:r>
            <a:endParaRPr lang="de-DE" b="1" dirty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779" y="2211993"/>
            <a:ext cx="7081521" cy="3648394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2557779" y="2659380"/>
            <a:ext cx="3538220" cy="32010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6101080" y="2659380"/>
            <a:ext cx="3538220" cy="32010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/>
          <p:cNvSpPr txBox="1"/>
          <p:nvPr/>
        </p:nvSpPr>
        <p:spPr>
          <a:xfrm rot="16200000">
            <a:off x="1195896" y="4075217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>
                <a:solidFill>
                  <a:srgbClr val="FF0000"/>
                </a:solidFill>
              </a:rPr>
              <a:t>______________</a:t>
            </a:r>
            <a:endParaRPr lang="de-DE">
              <a:solidFill>
                <a:srgbClr val="FF0000"/>
              </a:solidFill>
            </a:endParaRPr>
          </a:p>
        </p:txBody>
      </p:sp>
      <p:sp>
        <p:nvSpPr>
          <p:cNvPr id="18" name="Textfeld 17"/>
          <p:cNvSpPr txBox="1"/>
          <p:nvPr/>
        </p:nvSpPr>
        <p:spPr>
          <a:xfrm rot="16200000">
            <a:off x="9088914" y="4075217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>
                <a:solidFill>
                  <a:srgbClr val="0070C0"/>
                </a:solidFill>
              </a:rPr>
              <a:t>____________</a:t>
            </a:r>
            <a:endParaRPr lang="de-DE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333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717548" y="1108800"/>
            <a:ext cx="10321754" cy="7588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48" y="1218717"/>
            <a:ext cx="10321754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smtClean="0"/>
              <a:t>Wokwi ist ein frei zugänglicher Online-Simulator für Elektronik und Mikrocontroller, mit dem Schaltungen und Code virtuell gebaut, programmiert und getestet werden kann</a:t>
            </a:r>
            <a:br>
              <a:rPr lang="de-DE" b="0" smtClean="0"/>
            </a:br>
            <a:endParaRPr lang="de-DE" b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</a:t>
            </a:r>
            <a:r>
              <a:rPr lang="de-DE" b="1" smtClean="0"/>
              <a:t>Wokwi? (1)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779" y="2211993"/>
            <a:ext cx="7081521" cy="3648394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2557779" y="2659380"/>
            <a:ext cx="3538220" cy="32010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6101080" y="2659380"/>
            <a:ext cx="3538220" cy="32010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/>
          <p:cNvSpPr txBox="1"/>
          <p:nvPr/>
        </p:nvSpPr>
        <p:spPr>
          <a:xfrm rot="16200000">
            <a:off x="952238" y="4075217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>
                <a:solidFill>
                  <a:srgbClr val="FF0000"/>
                </a:solidFill>
              </a:rPr>
              <a:t>PROGRAMMIERUNG</a:t>
            </a:r>
            <a:endParaRPr lang="de-DE">
              <a:solidFill>
                <a:srgbClr val="FF0000"/>
              </a:solidFill>
            </a:endParaRPr>
          </a:p>
        </p:txBody>
      </p:sp>
      <p:sp>
        <p:nvSpPr>
          <p:cNvPr id="18" name="Textfeld 17"/>
          <p:cNvSpPr txBox="1"/>
          <p:nvPr/>
        </p:nvSpPr>
        <p:spPr>
          <a:xfrm rot="16200000">
            <a:off x="8917936" y="4075217"/>
            <a:ext cx="2065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>
                <a:solidFill>
                  <a:srgbClr val="0070C0"/>
                </a:solidFill>
              </a:rPr>
              <a:t>VERSCHALTUNG</a:t>
            </a:r>
            <a:endParaRPr lang="de-DE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757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688" y="0"/>
            <a:ext cx="6996311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Simulation LDR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7</a:t>
            </a:fld>
            <a:endParaRPr lang="de-DE" dirty="0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26" y="1443615"/>
            <a:ext cx="3970770" cy="39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4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(1)? </a:t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 smtClean="0"/>
              <a:t>1. Ziel ist es die Messwerte des LDR‘s auszulesen.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3"/>
          <a:srcRect l="1300"/>
          <a:stretch/>
        </p:blipFill>
        <p:spPr>
          <a:xfrm>
            <a:off x="793589" y="1710000"/>
            <a:ext cx="10604819" cy="43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363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(1)?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/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 smtClean="0"/>
              <a:t>1. Ziel ist es die Messwerte des LDR‘s auszulesen.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508" y="1710852"/>
            <a:ext cx="8487035" cy="432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813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(2)? </a:t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/>
              <a:t>2</a:t>
            </a:r>
            <a:r>
              <a:rPr lang="de-DE" b="1" smtClean="0"/>
              <a:t>. Ziel ist es die Lichtstärke zu regeln und entsprechende Messwerte des LDR‘s auszulesen.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605" y="1995055"/>
            <a:ext cx="8153265" cy="42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960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(2)?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/>
              <a:t>2</a:t>
            </a:r>
            <a:r>
              <a:rPr lang="de-DE" b="1" smtClean="0"/>
              <a:t>. Ziel ist es die Lichtstärke zu regeln und entsprechende Messwerte des LDR‘s auszulesen.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870" y="2222500"/>
            <a:ext cx="5977174" cy="381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430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(3)? </a:t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 smtClean="0"/>
              <a:t>3. Ziel ist es die Lichtstärke zu regeln und entsprechende Messwerte des LDR‘s auf einem Bildschirm auszugeben.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58" y="2142000"/>
            <a:ext cx="10447082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956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(3)?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/>
              <a:t>3. Ziel ist es die Lichtstärke zu regeln und entsprechende Messwerte des LDR‘s auf einem Bildschirm auszugeben.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90" y="2142682"/>
            <a:ext cx="10468217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554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EE2298-899D-CB1B-27E3-7CE1B793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14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6935055" cy="6858000"/>
          </a:xfrm>
        </p:spPr>
        <p:txBody>
          <a:bodyPr anchor="ctr">
            <a:normAutofit/>
          </a:bodyPr>
          <a:lstStyle/>
          <a:p>
            <a:pPr algn="ctr"/>
            <a:r>
              <a:rPr lang="de-DE" sz="4800" b="1" smtClean="0"/>
              <a:t>Nächste Schritte</a:t>
            </a:r>
            <a:endParaRPr lang="de-DE" sz="4800" b="1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961" y="990600"/>
            <a:ext cx="4876800" cy="4876800"/>
          </a:xfrm>
          <a:prstGeom prst="rect">
            <a:avLst/>
          </a:prstGeom>
        </p:spPr>
      </p:pic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05785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15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Du möchtest nun wissen wie Messwerte gespeichert werden?</a:t>
            </a:r>
            <a:endParaRPr lang="de-DE" b="1" dirty="0"/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7" name="Textfeld 6"/>
          <p:cNvSpPr txBox="1"/>
          <p:nvPr/>
        </p:nvSpPr>
        <p:spPr>
          <a:xfrm>
            <a:off x="717550" y="5612416"/>
            <a:ext cx="10756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Dann fahre mit der folgenden Einheit fort: </a:t>
            </a:r>
          </a:p>
          <a:p>
            <a:pPr algn="ctr"/>
            <a:r>
              <a:rPr lang="de-DE" b="1" smtClean="0"/>
              <a:t>Messwerte speichern(3)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9" y="922208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69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198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99f41258-1f02-46b6-b230-447d6494c4cb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761</Words>
  <Application>Microsoft Office PowerPoint</Application>
  <PresentationFormat>Breitbild</PresentationFormat>
  <Paragraphs>98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16</vt:i4>
      </vt:variant>
    </vt:vector>
  </HeadingPairs>
  <TitlesOfParts>
    <vt:vector size="25" baseType="lpstr">
      <vt:lpstr>Arial</vt:lpstr>
      <vt:lpstr>Calibri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LDR in Wokwi Simulation einer Lichtmessung</vt:lpstr>
      <vt:lpstr>Funktionsweise</vt:lpstr>
      <vt:lpstr>Wie funktioniert ein LDR? </vt:lpstr>
      <vt:lpstr>Wie funktioniert ein LDR?  Lösung: </vt:lpstr>
      <vt:lpstr>Wie funktioniert Wokwi? (1)</vt:lpstr>
      <vt:lpstr>Wie funktioniert Wokwi? (1)  Lösung: </vt:lpstr>
      <vt:lpstr>Simulation LDR</vt:lpstr>
      <vt:lpstr>Wie wird ein LDR verschaltet und programmiert (1)?   1. Ziel ist es die Messwerte des LDR‘s auszulesen.</vt:lpstr>
      <vt:lpstr>Wie wird ein LDR verschaltet und programmiert (1)?  Lösung:  1. Ziel ist es die Messwerte des LDR‘s auszulesen.</vt:lpstr>
      <vt:lpstr>Wie wird ein LDR verschaltet und programmiert (2)?   2. Ziel ist es die Lichtstärke zu regeln und entsprechende Messwerte des LDR‘s auszulesen.</vt:lpstr>
      <vt:lpstr>Wie wird ein LDR verschaltet und programmiert (2)?  Lösung:   2. Ziel ist es die Lichtstärke zu regeln und entsprechende Messwerte des LDR‘s auszulesen.</vt:lpstr>
      <vt:lpstr>Wie wird ein LDR verschaltet und programmiert (3)?   3. Ziel ist es die Lichtstärke zu regeln und entsprechende Messwerte des LDR‘s auf einem Bildschirm auszugeben.</vt:lpstr>
      <vt:lpstr>Wie wird ein LDR verschaltet und programmiert (3)?  Lösung:   3. Ziel ist es die Lichtstärke zu regeln und entsprechende Messwerte des LDR‘s auf einem Bildschirm auszugeben.</vt:lpstr>
      <vt:lpstr>Nächste Schritte</vt:lpstr>
      <vt:lpstr>Du möchtest nun wissen wie Messwerte gespeichert werden?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326</cp:revision>
  <dcterms:created xsi:type="dcterms:W3CDTF">2019-01-10T16:04:56Z</dcterms:created>
  <dcterms:modified xsi:type="dcterms:W3CDTF">2026-02-25T09:33:10Z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